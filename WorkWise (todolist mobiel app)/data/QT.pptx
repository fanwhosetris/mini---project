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19"/>
  </p:notesMasterIdLst>
  <p:sldIdLst>
    <p:sldId id="256" r:id="rId2"/>
    <p:sldId id="258" r:id="rId3"/>
    <p:sldId id="259" r:id="rId4"/>
    <p:sldId id="260" r:id="rId5"/>
    <p:sldId id="307" r:id="rId6"/>
    <p:sldId id="261" r:id="rId7"/>
    <p:sldId id="308" r:id="rId8"/>
    <p:sldId id="263" r:id="rId9"/>
    <p:sldId id="264" r:id="rId10"/>
    <p:sldId id="262" r:id="rId11"/>
    <p:sldId id="309" r:id="rId12"/>
    <p:sldId id="310" r:id="rId13"/>
    <p:sldId id="311" r:id="rId14"/>
    <p:sldId id="312" r:id="rId15"/>
    <p:sldId id="313" r:id="rId16"/>
    <p:sldId id="314" r:id="rId17"/>
    <p:sldId id="315" r:id="rId18"/>
  </p:sldIdLst>
  <p:sldSz cx="9144000" cy="5143500" type="screen16x9"/>
  <p:notesSz cx="6858000" cy="9144000"/>
  <p:embeddedFontLst>
    <p:embeddedFont>
      <p:font typeface="IBM Plex Mono" panose="020B0509050203000203" pitchFamily="49" charset="0"/>
      <p:regular r:id="rId20"/>
      <p:bold r:id="rId21"/>
      <p:italic r:id="rId22"/>
      <p:boldItalic r:id="rId23"/>
    </p:embeddedFont>
    <p:embeddedFont>
      <p:font typeface="Poppins" panose="00000500000000000000" pitchFamily="2" charset="0"/>
      <p:regular r:id="rId24"/>
      <p:bold r:id="rId25"/>
      <p:italic r:id="rId26"/>
      <p:boldItalic r:id="rId27"/>
    </p:embeddedFont>
    <p:embeddedFont>
      <p:font typeface="Source Code Pro" panose="020B0509030403020204" pitchFamily="49"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786058F-5323-4546-9741-5CB38E0720FD}">
  <a:tblStyle styleId="{5786058F-5323-4546-9741-5CB38E0720F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44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7"/>
        <p:cNvGrpSpPr/>
        <p:nvPr/>
      </p:nvGrpSpPr>
      <p:grpSpPr>
        <a:xfrm>
          <a:off x="0" y="0"/>
          <a:ext cx="0" cy="0"/>
          <a:chOff x="0" y="0"/>
          <a:chExt cx="0" cy="0"/>
        </a:xfrm>
      </p:grpSpPr>
      <p:sp>
        <p:nvSpPr>
          <p:cNvPr id="1428" name="Google Shape;1428;gd1bf8d60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9" name="Google Shape;1429;gd1bf8d60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3"/>
        <p:cNvGrpSpPr/>
        <p:nvPr/>
      </p:nvGrpSpPr>
      <p:grpSpPr>
        <a:xfrm>
          <a:off x="0" y="0"/>
          <a:ext cx="0" cy="0"/>
          <a:chOff x="0" y="0"/>
          <a:chExt cx="0" cy="0"/>
        </a:xfrm>
      </p:grpSpPr>
      <p:sp>
        <p:nvSpPr>
          <p:cNvPr id="1464" name="Google Shape;1464;g24e5c2c9e45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5" name="Google Shape;1465;g24e5c2c9e45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p:cNvGrpSpPr/>
        <p:nvPr/>
      </p:nvGrpSpPr>
      <p:grpSpPr>
        <a:xfrm>
          <a:off x="0" y="0"/>
          <a:ext cx="0" cy="0"/>
          <a:chOff x="0" y="0"/>
          <a:chExt cx="0" cy="0"/>
        </a:xfrm>
      </p:grpSpPr>
      <p:sp>
        <p:nvSpPr>
          <p:cNvPr id="1481" name="Google Shape;1481;g24e6b4d5c3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2" name="Google Shape;1482;g24e6b4d5c3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7"/>
        <p:cNvGrpSpPr/>
        <p:nvPr/>
      </p:nvGrpSpPr>
      <p:grpSpPr>
        <a:xfrm>
          <a:off x="0" y="0"/>
          <a:ext cx="0" cy="0"/>
          <a:chOff x="0" y="0"/>
          <a:chExt cx="0" cy="0"/>
        </a:xfrm>
      </p:grpSpPr>
      <p:sp>
        <p:nvSpPr>
          <p:cNvPr id="1528" name="Google Shape;1528;g24ed99bf1a4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9" name="Google Shape;1529;g24ed99bf1a4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3"/>
        <p:cNvGrpSpPr/>
        <p:nvPr/>
      </p:nvGrpSpPr>
      <p:grpSpPr>
        <a:xfrm>
          <a:off x="0" y="0"/>
          <a:ext cx="0" cy="0"/>
          <a:chOff x="0" y="0"/>
          <a:chExt cx="0" cy="0"/>
        </a:xfrm>
      </p:grpSpPr>
      <p:sp>
        <p:nvSpPr>
          <p:cNvPr id="1464" name="Google Shape;1464;g24e5c2c9e45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5" name="Google Shape;1465;g24e5c2c9e45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361601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2"/>
        <p:cNvGrpSpPr/>
        <p:nvPr/>
      </p:nvGrpSpPr>
      <p:grpSpPr>
        <a:xfrm>
          <a:off x="0" y="0"/>
          <a:ext cx="0" cy="0"/>
          <a:chOff x="0" y="0"/>
          <a:chExt cx="0" cy="0"/>
        </a:xfrm>
      </p:grpSpPr>
      <p:sp>
        <p:nvSpPr>
          <p:cNvPr id="1543" name="Google Shape;1543;g24ed99bf1a4_0_1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4" name="Google Shape;1544;g24ed99bf1a4_0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p:cNvGrpSpPr/>
        <p:nvPr/>
      </p:nvGrpSpPr>
      <p:grpSpPr>
        <a:xfrm>
          <a:off x="0" y="0"/>
          <a:ext cx="0" cy="0"/>
          <a:chOff x="0" y="0"/>
          <a:chExt cx="0" cy="0"/>
        </a:xfrm>
      </p:grpSpPr>
      <p:sp>
        <p:nvSpPr>
          <p:cNvPr id="1481" name="Google Shape;1481;g24e6b4d5c3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2" name="Google Shape;1482;g24e6b4d5c3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441018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3"/>
        <p:cNvGrpSpPr/>
        <p:nvPr/>
      </p:nvGrpSpPr>
      <p:grpSpPr>
        <a:xfrm>
          <a:off x="0" y="0"/>
          <a:ext cx="0" cy="0"/>
          <a:chOff x="0" y="0"/>
          <a:chExt cx="0" cy="0"/>
        </a:xfrm>
      </p:grpSpPr>
      <p:sp>
        <p:nvSpPr>
          <p:cNvPr id="1664" name="Google Shape;1664;g24e6b4d5c31_0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5" name="Google Shape;1665;g24e6b4d5c31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9"/>
        <p:cNvGrpSpPr/>
        <p:nvPr/>
      </p:nvGrpSpPr>
      <p:grpSpPr>
        <a:xfrm>
          <a:off x="0" y="0"/>
          <a:ext cx="0" cy="0"/>
          <a:chOff x="0" y="0"/>
          <a:chExt cx="0" cy="0"/>
        </a:xfrm>
      </p:grpSpPr>
      <p:sp>
        <p:nvSpPr>
          <p:cNvPr id="1730" name="Google Shape;1730;g24ed99bf1a4_0_4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1" name="Google Shape;1731;g24ed99bf1a4_0_4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1"/>
        <p:cNvGrpSpPr/>
        <p:nvPr/>
      </p:nvGrpSpPr>
      <p:grpSpPr>
        <a:xfrm>
          <a:off x="0" y="0"/>
          <a:ext cx="0" cy="0"/>
          <a:chOff x="0" y="0"/>
          <a:chExt cx="0" cy="0"/>
        </a:xfrm>
      </p:grpSpPr>
      <p:sp>
        <p:nvSpPr>
          <p:cNvPr id="1632" name="Google Shape;1632;g24ed99bf1a4_0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3" name="Google Shape;1633;g24ed99bf1a4_0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035440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p:cNvGrpSpPr/>
        <p:nvPr/>
      </p:nvGrpSpPr>
      <p:grpSpPr>
        <a:xfrm>
          <a:off x="0" y="0"/>
          <a:ext cx="0" cy="0"/>
          <a:chOff x="0" y="0"/>
          <a:chExt cx="0" cy="0"/>
        </a:xfrm>
      </p:grpSpPr>
      <p:sp>
        <p:nvSpPr>
          <p:cNvPr id="1481" name="Google Shape;1481;g24e6b4d5c3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2" name="Google Shape;1482;g24e6b4d5c3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013229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4"/>
        <p:cNvGrpSpPr/>
        <p:nvPr/>
      </p:nvGrpSpPr>
      <p:grpSpPr>
        <a:xfrm>
          <a:off x="0" y="0"/>
          <a:ext cx="0" cy="0"/>
          <a:chOff x="0" y="0"/>
          <a:chExt cx="0" cy="0"/>
        </a:xfrm>
      </p:grpSpPr>
      <p:sp>
        <p:nvSpPr>
          <p:cNvPr id="2145" name="Google Shape;2145;g24ef22aa1ac_0_8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6" name="Google Shape;2146;g24ef22aa1ac_0_8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658440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1"/>
        <p:cNvGrpSpPr/>
        <p:nvPr/>
      </p:nvGrpSpPr>
      <p:grpSpPr>
        <a:xfrm>
          <a:off x="0" y="0"/>
          <a:ext cx="0" cy="0"/>
          <a:chOff x="0" y="0"/>
          <a:chExt cx="0" cy="0"/>
        </a:xfrm>
      </p:grpSpPr>
      <p:sp>
        <p:nvSpPr>
          <p:cNvPr id="1632" name="Google Shape;1632;g24ed99bf1a4_0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3" name="Google Shape;1633;g24ed99bf1a4_0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57351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1"/>
        <p:cNvGrpSpPr/>
        <p:nvPr/>
      </p:nvGrpSpPr>
      <p:grpSpPr>
        <a:xfrm>
          <a:off x="0" y="0"/>
          <a:ext cx="0" cy="0"/>
          <a:chOff x="0" y="0"/>
          <a:chExt cx="0" cy="0"/>
        </a:xfrm>
      </p:grpSpPr>
      <p:sp>
        <p:nvSpPr>
          <p:cNvPr id="1632" name="Google Shape;1632;g24ed99bf1a4_0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3" name="Google Shape;1633;g24ed99bf1a4_0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448076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p:cNvGrpSpPr/>
        <p:nvPr/>
      </p:nvGrpSpPr>
      <p:grpSpPr>
        <a:xfrm>
          <a:off x="0" y="0"/>
          <a:ext cx="0" cy="0"/>
          <a:chOff x="0" y="0"/>
          <a:chExt cx="0" cy="0"/>
        </a:xfrm>
      </p:grpSpPr>
      <p:sp>
        <p:nvSpPr>
          <p:cNvPr id="1481" name="Google Shape;1481;g24e6b4d5c3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2" name="Google Shape;1482;g24e6b4d5c3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185816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7"/>
        <p:cNvGrpSpPr/>
        <p:nvPr/>
      </p:nvGrpSpPr>
      <p:grpSpPr>
        <a:xfrm>
          <a:off x="0" y="0"/>
          <a:ext cx="0" cy="0"/>
          <a:chOff x="0" y="0"/>
          <a:chExt cx="0" cy="0"/>
        </a:xfrm>
      </p:grpSpPr>
      <p:sp>
        <p:nvSpPr>
          <p:cNvPr id="1528" name="Google Shape;1528;g24ed99bf1a4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9" name="Google Shape;1529;g24ed99bf1a4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36425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7"/>
        <p:cNvGrpSpPr/>
        <p:nvPr/>
      </p:nvGrpSpPr>
      <p:grpSpPr>
        <a:xfrm>
          <a:off x="0" y="0"/>
          <a:ext cx="0" cy="0"/>
          <a:chOff x="0" y="0"/>
          <a:chExt cx="0" cy="0"/>
        </a:xfrm>
      </p:grpSpPr>
      <p:sp>
        <p:nvSpPr>
          <p:cNvPr id="1528" name="Google Shape;1528;g24ed99bf1a4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9" name="Google Shape;1529;g24ed99bf1a4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46386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3255180" y="-2900775"/>
            <a:ext cx="10039930" cy="6871129"/>
            <a:chOff x="-3102780" y="-2727750"/>
            <a:chExt cx="10039930" cy="6871129"/>
          </a:xfrm>
        </p:grpSpPr>
        <p:grpSp>
          <p:nvGrpSpPr>
            <p:cNvPr id="10" name="Google Shape;10;p2"/>
            <p:cNvGrpSpPr/>
            <p:nvPr/>
          </p:nvGrpSpPr>
          <p:grpSpPr>
            <a:xfrm rot="-7778255">
              <a:off x="-2414440" y="-1445047"/>
              <a:ext cx="5355679" cy="4305724"/>
              <a:chOff x="7103825" y="-713112"/>
              <a:chExt cx="3785226" cy="3043150"/>
            </a:xfrm>
          </p:grpSpPr>
          <p:sp>
            <p:nvSpPr>
              <p:cNvPr id="11" name="Google Shape;11;p2"/>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 name="Google Shape;12;p2"/>
              <p:cNvPicPr preferRelativeResize="0"/>
              <p:nvPr/>
            </p:nvPicPr>
            <p:blipFill rotWithShape="1">
              <a:blip r:embed="rId2">
                <a:alphaModFix/>
              </a:blip>
              <a:srcRect t="17657" b="17663"/>
              <a:stretch/>
            </p:blipFill>
            <p:spPr>
              <a:xfrm>
                <a:off x="7103825" y="-713112"/>
                <a:ext cx="3785226" cy="2888974"/>
              </a:xfrm>
              <a:prstGeom prst="rect">
                <a:avLst/>
              </a:prstGeom>
              <a:noFill/>
              <a:ln>
                <a:noFill/>
              </a:ln>
            </p:spPr>
          </p:pic>
        </p:grpSp>
        <p:sp>
          <p:nvSpPr>
            <p:cNvPr id="13" name="Google Shape;13;p2"/>
            <p:cNvSpPr/>
            <p:nvPr/>
          </p:nvSpPr>
          <p:spPr>
            <a:xfrm>
              <a:off x="-289323" y="-166742"/>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2700000">
              <a:off x="917817" y="-2200499"/>
              <a:ext cx="3153371" cy="5119296"/>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01475" y="-361175"/>
              <a:ext cx="7138625" cy="819350"/>
            </a:xfrm>
            <a:custGeom>
              <a:avLst/>
              <a:gdLst/>
              <a:ahLst/>
              <a:cxnLst/>
              <a:rect l="l" t="t" r="r" b="b"/>
              <a:pathLst>
                <a:path w="285545" h="32774" extrusionOk="0">
                  <a:moveTo>
                    <a:pt x="0" y="32774"/>
                  </a:moveTo>
                  <a:lnTo>
                    <a:pt x="188861" y="32774"/>
                  </a:lnTo>
                  <a:lnTo>
                    <a:pt x="221636" y="0"/>
                  </a:lnTo>
                  <a:lnTo>
                    <a:pt x="285545" y="0"/>
                  </a:lnTo>
                </a:path>
              </a:pathLst>
            </a:custGeom>
            <a:noFill/>
            <a:ln w="9525" cap="flat" cmpd="sng">
              <a:solidFill>
                <a:schemeClr val="dk2"/>
              </a:solidFill>
              <a:prstDash val="solid"/>
              <a:round/>
              <a:headEnd type="none" w="med" len="med"/>
              <a:tailEnd type="none" w="med" len="med"/>
            </a:ln>
          </p:spPr>
        </p:sp>
        <p:sp>
          <p:nvSpPr>
            <p:cNvPr id="16" name="Google Shape;16;p2"/>
            <p:cNvSpPr/>
            <p:nvPr/>
          </p:nvSpPr>
          <p:spPr>
            <a:xfrm rot="5400000">
              <a:off x="1110859" y="-1245788"/>
              <a:ext cx="577450" cy="3045475"/>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5400000">
              <a:off x="654013" y="-781254"/>
              <a:ext cx="687411" cy="2731351"/>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 name="Google Shape;18;p2"/>
            <p:cNvGrpSpPr/>
            <p:nvPr/>
          </p:nvGrpSpPr>
          <p:grpSpPr>
            <a:xfrm flipH="1">
              <a:off x="4446909" y="391151"/>
              <a:ext cx="134044" cy="134013"/>
              <a:chOff x="1101075" y="2142375"/>
              <a:chExt cx="439200" cy="439100"/>
            </a:xfrm>
          </p:grpSpPr>
          <p:sp>
            <p:nvSpPr>
              <p:cNvPr id="19" name="Google Shape;19;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21;p2"/>
            <p:cNvGrpSpPr/>
            <p:nvPr/>
          </p:nvGrpSpPr>
          <p:grpSpPr>
            <a:xfrm flipH="1">
              <a:off x="1373609" y="694563"/>
              <a:ext cx="134044" cy="134013"/>
              <a:chOff x="1101075" y="2142375"/>
              <a:chExt cx="439200" cy="439100"/>
            </a:xfrm>
          </p:grpSpPr>
          <p:sp>
            <p:nvSpPr>
              <p:cNvPr id="22" name="Google Shape;22;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24;p2"/>
            <p:cNvGrpSpPr/>
            <p:nvPr/>
          </p:nvGrpSpPr>
          <p:grpSpPr>
            <a:xfrm flipH="1">
              <a:off x="1086834" y="957463"/>
              <a:ext cx="134044" cy="134013"/>
              <a:chOff x="1101075" y="2142375"/>
              <a:chExt cx="439200" cy="439100"/>
            </a:xfrm>
          </p:grpSpPr>
          <p:sp>
            <p:nvSpPr>
              <p:cNvPr id="25" name="Google Shape;25;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 name="Google Shape;27;p2"/>
            <p:cNvGrpSpPr/>
            <p:nvPr/>
          </p:nvGrpSpPr>
          <p:grpSpPr>
            <a:xfrm flipH="1">
              <a:off x="277709" y="957463"/>
              <a:ext cx="134044" cy="134013"/>
              <a:chOff x="1101075" y="2142375"/>
              <a:chExt cx="439200" cy="439100"/>
            </a:xfrm>
          </p:grpSpPr>
          <p:sp>
            <p:nvSpPr>
              <p:cNvPr id="28" name="Google Shape;28;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flipH="1">
              <a:off x="277709" y="640813"/>
              <a:ext cx="134044" cy="134013"/>
              <a:chOff x="1101075" y="2142375"/>
              <a:chExt cx="439200" cy="439100"/>
            </a:xfrm>
          </p:grpSpPr>
          <p:sp>
            <p:nvSpPr>
              <p:cNvPr id="31" name="Google Shape;31;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3" name="Google Shape;33;p2"/>
          <p:cNvGrpSpPr/>
          <p:nvPr/>
        </p:nvGrpSpPr>
        <p:grpSpPr>
          <a:xfrm>
            <a:off x="6385735" y="3039700"/>
            <a:ext cx="3920501" cy="3213899"/>
            <a:chOff x="6309535" y="2842975"/>
            <a:chExt cx="3920501" cy="3213899"/>
          </a:xfrm>
        </p:grpSpPr>
        <p:pic>
          <p:nvPicPr>
            <p:cNvPr id="34" name="Google Shape;34;p2"/>
            <p:cNvPicPr preferRelativeResize="0"/>
            <p:nvPr/>
          </p:nvPicPr>
          <p:blipFill rotWithShape="1">
            <a:blip r:embed="rId3">
              <a:alphaModFix/>
            </a:blip>
            <a:srcRect l="16960" t="24718" r="7121" b="26177"/>
            <a:stretch/>
          </p:blipFill>
          <p:spPr>
            <a:xfrm>
              <a:off x="6309535" y="3064650"/>
              <a:ext cx="3920501" cy="2992224"/>
            </a:xfrm>
            <a:prstGeom prst="rect">
              <a:avLst/>
            </a:prstGeom>
            <a:noFill/>
            <a:ln>
              <a:noFill/>
            </a:ln>
          </p:spPr>
        </p:pic>
        <p:sp>
          <p:nvSpPr>
            <p:cNvPr id="35" name="Google Shape;35;p2"/>
            <p:cNvSpPr/>
            <p:nvPr/>
          </p:nvSpPr>
          <p:spPr>
            <a:xfrm rot="10800000">
              <a:off x="7535449" y="294113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rot="10800000">
              <a:off x="7694795" y="2941747"/>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280400" y="3719575"/>
              <a:ext cx="582050" cy="582425"/>
              <a:chOff x="959750" y="3039275"/>
              <a:chExt cx="582050" cy="582425"/>
            </a:xfrm>
          </p:grpSpPr>
          <p:sp>
            <p:nvSpPr>
              <p:cNvPr id="38" name="Google Shape;38;p2"/>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2"/>
            <p:cNvSpPr/>
            <p:nvPr/>
          </p:nvSpPr>
          <p:spPr>
            <a:xfrm>
              <a:off x="8430775" y="2842975"/>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 name="Google Shape;46;p2"/>
            <p:cNvGrpSpPr/>
            <p:nvPr/>
          </p:nvGrpSpPr>
          <p:grpSpPr>
            <a:xfrm>
              <a:off x="8337812" y="3492483"/>
              <a:ext cx="699928" cy="1651024"/>
              <a:chOff x="8337812" y="3492483"/>
              <a:chExt cx="699928" cy="1651024"/>
            </a:xfrm>
          </p:grpSpPr>
          <p:sp>
            <p:nvSpPr>
              <p:cNvPr id="47" name="Google Shape;47;p2"/>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 name="Google Shape;50;p2"/>
            <p:cNvGrpSpPr/>
            <p:nvPr/>
          </p:nvGrpSpPr>
          <p:grpSpPr>
            <a:xfrm>
              <a:off x="7945225" y="4302000"/>
              <a:ext cx="904666" cy="726121"/>
              <a:chOff x="7945225" y="4302000"/>
              <a:chExt cx="904666" cy="726121"/>
            </a:xfrm>
          </p:grpSpPr>
          <p:sp>
            <p:nvSpPr>
              <p:cNvPr id="51" name="Google Shape;51;p2"/>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4" name="Google Shape;54;p2"/>
          <p:cNvSpPr txBox="1">
            <a:spLocks noGrp="1"/>
          </p:cNvSpPr>
          <p:nvPr>
            <p:ph type="ctrTitle"/>
          </p:nvPr>
        </p:nvSpPr>
        <p:spPr>
          <a:xfrm>
            <a:off x="1096850" y="816324"/>
            <a:ext cx="6974700" cy="23265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55" name="Google Shape;55;p2"/>
          <p:cNvSpPr txBox="1">
            <a:spLocks noGrp="1"/>
          </p:cNvSpPr>
          <p:nvPr>
            <p:ph type="subTitle" idx="1"/>
          </p:nvPr>
        </p:nvSpPr>
        <p:spPr>
          <a:xfrm>
            <a:off x="1096850" y="3456250"/>
            <a:ext cx="4882500" cy="4758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56" name="Google Shape;56;p2"/>
          <p:cNvGrpSpPr/>
          <p:nvPr/>
        </p:nvGrpSpPr>
        <p:grpSpPr>
          <a:xfrm>
            <a:off x="-309885" y="3617406"/>
            <a:ext cx="1448824" cy="2238804"/>
            <a:chOff x="-309885" y="3617406"/>
            <a:chExt cx="1448824" cy="2238804"/>
          </a:xfrm>
        </p:grpSpPr>
        <p:grpSp>
          <p:nvGrpSpPr>
            <p:cNvPr id="57" name="Google Shape;57;p2"/>
            <p:cNvGrpSpPr/>
            <p:nvPr/>
          </p:nvGrpSpPr>
          <p:grpSpPr>
            <a:xfrm>
              <a:off x="-277007" y="3870159"/>
              <a:ext cx="981772" cy="1986051"/>
              <a:chOff x="-293545" y="3454371"/>
              <a:chExt cx="981772" cy="1986051"/>
            </a:xfrm>
          </p:grpSpPr>
          <p:sp>
            <p:nvSpPr>
              <p:cNvPr id="58" name="Google Shape;58;p2"/>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 name="Google Shape;60;p2"/>
            <p:cNvGrpSpPr/>
            <p:nvPr/>
          </p:nvGrpSpPr>
          <p:grpSpPr>
            <a:xfrm>
              <a:off x="363249" y="4906873"/>
              <a:ext cx="699940" cy="478601"/>
              <a:chOff x="39722" y="4349021"/>
              <a:chExt cx="1061964" cy="726143"/>
            </a:xfrm>
          </p:grpSpPr>
          <p:grpSp>
            <p:nvGrpSpPr>
              <p:cNvPr id="61" name="Google Shape;61;p2"/>
              <p:cNvGrpSpPr/>
              <p:nvPr/>
            </p:nvGrpSpPr>
            <p:grpSpPr>
              <a:xfrm rot="2700000">
                <a:off x="140502" y="4460924"/>
                <a:ext cx="524584" cy="502337"/>
                <a:chOff x="1189791" y="-1767331"/>
                <a:chExt cx="904284" cy="865933"/>
              </a:xfrm>
            </p:grpSpPr>
            <p:sp>
              <p:nvSpPr>
                <p:cNvPr id="62" name="Google Shape;62;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2"/>
                <p:cNvGrpSpPr/>
                <p:nvPr/>
              </p:nvGrpSpPr>
              <p:grpSpPr>
                <a:xfrm>
                  <a:off x="1232795" y="-1740829"/>
                  <a:ext cx="717621" cy="717392"/>
                  <a:chOff x="1483457" y="3953671"/>
                  <a:chExt cx="717621" cy="717392"/>
                </a:xfrm>
              </p:grpSpPr>
              <p:sp>
                <p:nvSpPr>
                  <p:cNvPr id="64" name="Google Shape;64;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9" name="Google Shape;69;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 name="Google Shape;70;p2"/>
            <p:cNvGrpSpPr/>
            <p:nvPr/>
          </p:nvGrpSpPr>
          <p:grpSpPr>
            <a:xfrm rot="-5400000">
              <a:off x="-461873" y="3769393"/>
              <a:ext cx="1351491" cy="1047516"/>
              <a:chOff x="-2460210" y="2758493"/>
              <a:chExt cx="1351491" cy="1047516"/>
            </a:xfrm>
          </p:grpSpPr>
          <p:sp>
            <p:nvSpPr>
              <p:cNvPr id="71" name="Google Shape;71;p2"/>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75;p2"/>
            <p:cNvGrpSpPr/>
            <p:nvPr/>
          </p:nvGrpSpPr>
          <p:grpSpPr>
            <a:xfrm>
              <a:off x="438999" y="4567398"/>
              <a:ext cx="699940" cy="478601"/>
              <a:chOff x="39722" y="4349021"/>
              <a:chExt cx="1061964" cy="726143"/>
            </a:xfrm>
          </p:grpSpPr>
          <p:grpSp>
            <p:nvGrpSpPr>
              <p:cNvPr id="76" name="Google Shape;76;p2"/>
              <p:cNvGrpSpPr/>
              <p:nvPr/>
            </p:nvGrpSpPr>
            <p:grpSpPr>
              <a:xfrm rot="2700000">
                <a:off x="140502" y="4460924"/>
                <a:ext cx="524584" cy="502337"/>
                <a:chOff x="1189791" y="-1767331"/>
                <a:chExt cx="904284" cy="865933"/>
              </a:xfrm>
            </p:grpSpPr>
            <p:sp>
              <p:nvSpPr>
                <p:cNvPr id="77" name="Google Shape;77;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 name="Google Shape;78;p2"/>
                <p:cNvGrpSpPr/>
                <p:nvPr/>
              </p:nvGrpSpPr>
              <p:grpSpPr>
                <a:xfrm>
                  <a:off x="1232795" y="-1740829"/>
                  <a:ext cx="717621" cy="717392"/>
                  <a:chOff x="1483457" y="3953671"/>
                  <a:chExt cx="717621" cy="717392"/>
                </a:xfrm>
              </p:grpSpPr>
              <p:sp>
                <p:nvSpPr>
                  <p:cNvPr id="79" name="Google Shape;79;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4" name="Google Shape;84;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 name="Google Shape;85;p2"/>
            <p:cNvGrpSpPr/>
            <p:nvPr/>
          </p:nvGrpSpPr>
          <p:grpSpPr>
            <a:xfrm>
              <a:off x="-65076" y="4623886"/>
              <a:ext cx="699940" cy="478601"/>
              <a:chOff x="39722" y="4349021"/>
              <a:chExt cx="1061964" cy="726143"/>
            </a:xfrm>
          </p:grpSpPr>
          <p:grpSp>
            <p:nvGrpSpPr>
              <p:cNvPr id="86" name="Google Shape;86;p2"/>
              <p:cNvGrpSpPr/>
              <p:nvPr/>
            </p:nvGrpSpPr>
            <p:grpSpPr>
              <a:xfrm rot="2700000">
                <a:off x="140502" y="4460924"/>
                <a:ext cx="524584" cy="502337"/>
                <a:chOff x="1189791" y="-1767331"/>
                <a:chExt cx="904284" cy="865933"/>
              </a:xfrm>
            </p:grpSpPr>
            <p:sp>
              <p:nvSpPr>
                <p:cNvPr id="87" name="Google Shape;87;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 name="Google Shape;88;p2"/>
                <p:cNvGrpSpPr/>
                <p:nvPr/>
              </p:nvGrpSpPr>
              <p:grpSpPr>
                <a:xfrm>
                  <a:off x="1232795" y="-1740829"/>
                  <a:ext cx="717621" cy="717392"/>
                  <a:chOff x="1483457" y="3953671"/>
                  <a:chExt cx="717621" cy="717392"/>
                </a:xfrm>
              </p:grpSpPr>
              <p:sp>
                <p:nvSpPr>
                  <p:cNvPr id="89" name="Google Shape;89;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4" name="Google Shape;94;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5"/>
        <p:cNvGrpSpPr/>
        <p:nvPr/>
      </p:nvGrpSpPr>
      <p:grpSpPr>
        <a:xfrm>
          <a:off x="0" y="0"/>
          <a:ext cx="0" cy="0"/>
          <a:chOff x="0" y="0"/>
          <a:chExt cx="0" cy="0"/>
        </a:xfrm>
      </p:grpSpPr>
      <p:sp>
        <p:nvSpPr>
          <p:cNvPr id="96" name="Google Shape;96;p3"/>
          <p:cNvSpPr txBox="1">
            <a:spLocks noGrp="1"/>
          </p:cNvSpPr>
          <p:nvPr>
            <p:ph type="title"/>
          </p:nvPr>
        </p:nvSpPr>
        <p:spPr>
          <a:xfrm>
            <a:off x="720000" y="2079325"/>
            <a:ext cx="5598000" cy="8418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97" name="Google Shape;97;p3"/>
          <p:cNvSpPr txBox="1">
            <a:spLocks noGrp="1"/>
          </p:cNvSpPr>
          <p:nvPr>
            <p:ph type="title" idx="2" hasCustomPrompt="1"/>
          </p:nvPr>
        </p:nvSpPr>
        <p:spPr>
          <a:xfrm>
            <a:off x="720000" y="1025725"/>
            <a:ext cx="1702500" cy="9936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200">
                <a:latin typeface="Poppins"/>
                <a:ea typeface="Poppins"/>
                <a:cs typeface="Poppins"/>
                <a:sym typeface="Poppins"/>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98" name="Google Shape;98;p3"/>
          <p:cNvSpPr txBox="1">
            <a:spLocks noGrp="1"/>
          </p:cNvSpPr>
          <p:nvPr>
            <p:ph type="subTitle" idx="1"/>
          </p:nvPr>
        </p:nvSpPr>
        <p:spPr>
          <a:xfrm>
            <a:off x="720000" y="3252375"/>
            <a:ext cx="5598000" cy="45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99" name="Google Shape;99;p3"/>
          <p:cNvGrpSpPr/>
          <p:nvPr/>
        </p:nvGrpSpPr>
        <p:grpSpPr>
          <a:xfrm>
            <a:off x="-539206" y="-1717975"/>
            <a:ext cx="4397193" cy="4171657"/>
            <a:chOff x="-494406" y="-1584825"/>
            <a:chExt cx="4397193" cy="4171657"/>
          </a:xfrm>
        </p:grpSpPr>
        <p:grpSp>
          <p:nvGrpSpPr>
            <p:cNvPr id="100" name="Google Shape;100;p3"/>
            <p:cNvGrpSpPr/>
            <p:nvPr/>
          </p:nvGrpSpPr>
          <p:grpSpPr>
            <a:xfrm>
              <a:off x="-494406" y="-252396"/>
              <a:ext cx="1741563" cy="1288563"/>
              <a:chOff x="-494406" y="-252396"/>
              <a:chExt cx="1741563" cy="1288563"/>
            </a:xfrm>
          </p:grpSpPr>
          <p:sp>
            <p:nvSpPr>
              <p:cNvPr id="101" name="Google Shape;101;p3"/>
              <p:cNvSpPr/>
              <p:nvPr/>
            </p:nvSpPr>
            <p:spPr>
              <a:xfrm rot="2700000">
                <a:off x="-315569"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rot="2700000">
                <a:off x="137431" y="-53821"/>
                <a:ext cx="930891" cy="891412"/>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 name="Google Shape;103;p3"/>
            <p:cNvGrpSpPr/>
            <p:nvPr/>
          </p:nvGrpSpPr>
          <p:grpSpPr>
            <a:xfrm>
              <a:off x="245875" y="-51824"/>
              <a:ext cx="208200" cy="1824700"/>
              <a:chOff x="1040050" y="3812126"/>
              <a:chExt cx="208200" cy="1824700"/>
            </a:xfrm>
          </p:grpSpPr>
          <p:sp>
            <p:nvSpPr>
              <p:cNvPr id="104" name="Google Shape;104;p3"/>
              <p:cNvSpPr/>
              <p:nvPr/>
            </p:nvSpPr>
            <p:spPr>
              <a:xfrm>
                <a:off x="1040050" y="3812126"/>
                <a:ext cx="12550" cy="1824700"/>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3"/>
              <p:cNvSpPr/>
              <p:nvPr/>
            </p:nvSpPr>
            <p:spPr>
              <a:xfrm>
                <a:off x="1235741" y="3812126"/>
                <a:ext cx="12509" cy="1824700"/>
              </a:xfrm>
              <a:custGeom>
                <a:avLst/>
                <a:gdLst/>
                <a:ahLst/>
                <a:cxnLst/>
                <a:rect l="l" t="t" r="r" b="b"/>
                <a:pathLst>
                  <a:path w="305" h="27731" extrusionOk="0">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 name="Google Shape;106;p3"/>
            <p:cNvGrpSpPr/>
            <p:nvPr/>
          </p:nvGrpSpPr>
          <p:grpSpPr>
            <a:xfrm>
              <a:off x="441574" y="-36652"/>
              <a:ext cx="699940" cy="478601"/>
              <a:chOff x="39722" y="4349021"/>
              <a:chExt cx="1061964" cy="726143"/>
            </a:xfrm>
          </p:grpSpPr>
          <p:grpSp>
            <p:nvGrpSpPr>
              <p:cNvPr id="107" name="Google Shape;107;p3"/>
              <p:cNvGrpSpPr/>
              <p:nvPr/>
            </p:nvGrpSpPr>
            <p:grpSpPr>
              <a:xfrm rot="2700000">
                <a:off x="140502" y="4460924"/>
                <a:ext cx="524584" cy="502337"/>
                <a:chOff x="1189791" y="-1767331"/>
                <a:chExt cx="904284" cy="865933"/>
              </a:xfrm>
            </p:grpSpPr>
            <p:sp>
              <p:nvSpPr>
                <p:cNvPr id="108" name="Google Shape;108;p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 name="Google Shape;109;p3"/>
                <p:cNvGrpSpPr/>
                <p:nvPr/>
              </p:nvGrpSpPr>
              <p:grpSpPr>
                <a:xfrm>
                  <a:off x="1232795" y="-1740829"/>
                  <a:ext cx="717621" cy="717392"/>
                  <a:chOff x="1483457" y="3953671"/>
                  <a:chExt cx="717621" cy="717392"/>
                </a:xfrm>
              </p:grpSpPr>
              <p:sp>
                <p:nvSpPr>
                  <p:cNvPr id="110" name="Google Shape;110;p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5" name="Google Shape;115;p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 name="Google Shape;116;p3"/>
            <p:cNvGrpSpPr/>
            <p:nvPr/>
          </p:nvGrpSpPr>
          <p:grpSpPr>
            <a:xfrm>
              <a:off x="955673" y="11"/>
              <a:ext cx="592576" cy="405260"/>
              <a:chOff x="39722" y="4349021"/>
              <a:chExt cx="1061964" cy="726143"/>
            </a:xfrm>
          </p:grpSpPr>
          <p:grpSp>
            <p:nvGrpSpPr>
              <p:cNvPr id="117" name="Google Shape;117;p3"/>
              <p:cNvGrpSpPr/>
              <p:nvPr/>
            </p:nvGrpSpPr>
            <p:grpSpPr>
              <a:xfrm rot="2700000">
                <a:off x="140502" y="4460924"/>
                <a:ext cx="524584" cy="502337"/>
                <a:chOff x="1189791" y="-1767331"/>
                <a:chExt cx="904284" cy="865933"/>
              </a:xfrm>
            </p:grpSpPr>
            <p:sp>
              <p:nvSpPr>
                <p:cNvPr id="118" name="Google Shape;118;p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 name="Google Shape;119;p3"/>
                <p:cNvGrpSpPr/>
                <p:nvPr/>
              </p:nvGrpSpPr>
              <p:grpSpPr>
                <a:xfrm>
                  <a:off x="1232795" y="-1740829"/>
                  <a:ext cx="717621" cy="717392"/>
                  <a:chOff x="1483457" y="3953671"/>
                  <a:chExt cx="717621" cy="717392"/>
                </a:xfrm>
              </p:grpSpPr>
              <p:sp>
                <p:nvSpPr>
                  <p:cNvPr id="120" name="Google Shape;120;p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 name="Google Shape;126;p3"/>
            <p:cNvGrpSpPr/>
            <p:nvPr/>
          </p:nvGrpSpPr>
          <p:grpSpPr>
            <a:xfrm>
              <a:off x="-1" y="621223"/>
              <a:ext cx="699940" cy="478601"/>
              <a:chOff x="39722" y="4349021"/>
              <a:chExt cx="1061964" cy="726143"/>
            </a:xfrm>
          </p:grpSpPr>
          <p:grpSp>
            <p:nvGrpSpPr>
              <p:cNvPr id="127" name="Google Shape;127;p3"/>
              <p:cNvGrpSpPr/>
              <p:nvPr/>
            </p:nvGrpSpPr>
            <p:grpSpPr>
              <a:xfrm rot="2700000">
                <a:off x="140502" y="4460924"/>
                <a:ext cx="524584" cy="502337"/>
                <a:chOff x="1189791" y="-1767331"/>
                <a:chExt cx="904284" cy="865933"/>
              </a:xfrm>
            </p:grpSpPr>
            <p:sp>
              <p:nvSpPr>
                <p:cNvPr id="128" name="Google Shape;128;p3"/>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9" name="Google Shape;129;p3"/>
                <p:cNvGrpSpPr/>
                <p:nvPr/>
              </p:nvGrpSpPr>
              <p:grpSpPr>
                <a:xfrm>
                  <a:off x="1232795" y="-1740829"/>
                  <a:ext cx="717621" cy="717392"/>
                  <a:chOff x="1483457" y="3953671"/>
                  <a:chExt cx="717621" cy="717392"/>
                </a:xfrm>
              </p:grpSpPr>
              <p:sp>
                <p:nvSpPr>
                  <p:cNvPr id="130" name="Google Shape;130;p3"/>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3"/>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3"/>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3"/>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3"/>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5" name="Google Shape;135;p3"/>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 name="Google Shape;136;p3"/>
            <p:cNvGrpSpPr/>
            <p:nvPr/>
          </p:nvGrpSpPr>
          <p:grpSpPr>
            <a:xfrm rot="-8100000">
              <a:off x="540898" y="-1172741"/>
              <a:ext cx="2552124" cy="3347490"/>
              <a:chOff x="2976325" y="908175"/>
              <a:chExt cx="4028179" cy="5283555"/>
            </a:xfrm>
          </p:grpSpPr>
          <p:sp>
            <p:nvSpPr>
              <p:cNvPr id="137" name="Google Shape;137;p3"/>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3"/>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3"/>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93"/>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494"/>
        <p:cNvGrpSpPr/>
        <p:nvPr/>
      </p:nvGrpSpPr>
      <p:grpSpPr>
        <a:xfrm>
          <a:off x="0" y="0"/>
          <a:ext cx="0" cy="0"/>
          <a:chOff x="0" y="0"/>
          <a:chExt cx="0" cy="0"/>
        </a:xfrm>
      </p:grpSpPr>
      <p:sp>
        <p:nvSpPr>
          <p:cNvPr id="495" name="Google Shape;495;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496" name="Google Shape;496;p13"/>
          <p:cNvSpPr txBox="1">
            <a:spLocks noGrp="1"/>
          </p:cNvSpPr>
          <p:nvPr>
            <p:ph type="subTitle" idx="1"/>
          </p:nvPr>
        </p:nvSpPr>
        <p:spPr>
          <a:xfrm>
            <a:off x="720000" y="2244725"/>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7" name="Google Shape;497;p13"/>
          <p:cNvSpPr txBox="1">
            <a:spLocks noGrp="1"/>
          </p:cNvSpPr>
          <p:nvPr>
            <p:ph type="subTitle" idx="2"/>
          </p:nvPr>
        </p:nvSpPr>
        <p:spPr>
          <a:xfrm>
            <a:off x="4366700" y="2244725"/>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8" name="Google Shape;498;p13"/>
          <p:cNvSpPr txBox="1">
            <a:spLocks noGrp="1"/>
          </p:cNvSpPr>
          <p:nvPr>
            <p:ph type="subTitle" idx="3"/>
          </p:nvPr>
        </p:nvSpPr>
        <p:spPr>
          <a:xfrm>
            <a:off x="720000" y="3940900"/>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99" name="Google Shape;499;p13"/>
          <p:cNvSpPr txBox="1">
            <a:spLocks noGrp="1"/>
          </p:cNvSpPr>
          <p:nvPr>
            <p:ph type="subTitle" idx="4"/>
          </p:nvPr>
        </p:nvSpPr>
        <p:spPr>
          <a:xfrm>
            <a:off x="4366700" y="3940900"/>
            <a:ext cx="2661000" cy="6042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500" name="Google Shape;500;p13"/>
          <p:cNvSpPr txBox="1">
            <a:spLocks noGrp="1"/>
          </p:cNvSpPr>
          <p:nvPr>
            <p:ph type="title" idx="5" hasCustomPrompt="1"/>
          </p:nvPr>
        </p:nvSpPr>
        <p:spPr>
          <a:xfrm>
            <a:off x="720003" y="1344775"/>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1" name="Google Shape;501;p13"/>
          <p:cNvSpPr txBox="1">
            <a:spLocks noGrp="1"/>
          </p:cNvSpPr>
          <p:nvPr>
            <p:ph type="title" idx="6" hasCustomPrompt="1"/>
          </p:nvPr>
        </p:nvSpPr>
        <p:spPr>
          <a:xfrm>
            <a:off x="720003" y="3040971"/>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2" name="Google Shape;502;p13"/>
          <p:cNvSpPr txBox="1">
            <a:spLocks noGrp="1"/>
          </p:cNvSpPr>
          <p:nvPr>
            <p:ph type="title" idx="7" hasCustomPrompt="1"/>
          </p:nvPr>
        </p:nvSpPr>
        <p:spPr>
          <a:xfrm>
            <a:off x="4366698" y="1344775"/>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3" name="Google Shape;503;p13"/>
          <p:cNvSpPr txBox="1">
            <a:spLocks noGrp="1"/>
          </p:cNvSpPr>
          <p:nvPr>
            <p:ph type="title" idx="8" hasCustomPrompt="1"/>
          </p:nvPr>
        </p:nvSpPr>
        <p:spPr>
          <a:xfrm>
            <a:off x="4366698" y="3040971"/>
            <a:ext cx="1057500" cy="640200"/>
          </a:xfrm>
          <a:prstGeom prst="rect">
            <a:avLst/>
          </a:prstGeom>
          <a:noFill/>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4" name="Google Shape;504;p13"/>
          <p:cNvSpPr txBox="1">
            <a:spLocks noGrp="1"/>
          </p:cNvSpPr>
          <p:nvPr>
            <p:ph type="subTitle" idx="9"/>
          </p:nvPr>
        </p:nvSpPr>
        <p:spPr>
          <a:xfrm>
            <a:off x="720000" y="1918675"/>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Source Code Pr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2pPr>
            <a:lvl3pPr lvl="2"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3pPr>
            <a:lvl4pPr lvl="3"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4pPr>
            <a:lvl5pPr lvl="4"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5pPr>
            <a:lvl6pPr lvl="5"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6pPr>
            <a:lvl7pPr lvl="6"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7pPr>
            <a:lvl8pPr lvl="7"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8pPr>
            <a:lvl9pPr lvl="8"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9pPr>
          </a:lstStyle>
          <a:p>
            <a:endParaRPr/>
          </a:p>
        </p:txBody>
      </p:sp>
      <p:sp>
        <p:nvSpPr>
          <p:cNvPr id="505" name="Google Shape;505;p13"/>
          <p:cNvSpPr txBox="1">
            <a:spLocks noGrp="1"/>
          </p:cNvSpPr>
          <p:nvPr>
            <p:ph type="subTitle" idx="13"/>
          </p:nvPr>
        </p:nvSpPr>
        <p:spPr>
          <a:xfrm>
            <a:off x="4366698" y="1918675"/>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Source Code Pr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2pPr>
            <a:lvl3pPr lvl="2"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3pPr>
            <a:lvl4pPr lvl="3"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4pPr>
            <a:lvl5pPr lvl="4"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5pPr>
            <a:lvl6pPr lvl="5"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6pPr>
            <a:lvl7pPr lvl="6"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7pPr>
            <a:lvl8pPr lvl="7"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8pPr>
            <a:lvl9pPr lvl="8" algn="ctr" rtl="0">
              <a:lnSpc>
                <a:spcPct val="100000"/>
              </a:lnSpc>
              <a:spcBef>
                <a:spcPts val="0"/>
              </a:spcBef>
              <a:spcAft>
                <a:spcPts val="0"/>
              </a:spcAft>
              <a:buSzPts val="2400"/>
              <a:buFont typeface="Source Code Pro"/>
              <a:buNone/>
              <a:defRPr sz="2400" b="1">
                <a:latin typeface="Source Code Pro"/>
                <a:ea typeface="Source Code Pro"/>
                <a:cs typeface="Source Code Pro"/>
                <a:sym typeface="Source Code Pro"/>
              </a:defRPr>
            </a:lvl9pPr>
          </a:lstStyle>
          <a:p>
            <a:endParaRPr/>
          </a:p>
        </p:txBody>
      </p:sp>
      <p:sp>
        <p:nvSpPr>
          <p:cNvPr id="506" name="Google Shape;506;p13"/>
          <p:cNvSpPr txBox="1">
            <a:spLocks noGrp="1"/>
          </p:cNvSpPr>
          <p:nvPr>
            <p:ph type="subTitle" idx="14"/>
          </p:nvPr>
        </p:nvSpPr>
        <p:spPr>
          <a:xfrm>
            <a:off x="720000" y="3614801"/>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507" name="Google Shape;507;p13"/>
          <p:cNvSpPr txBox="1">
            <a:spLocks noGrp="1"/>
          </p:cNvSpPr>
          <p:nvPr>
            <p:ph type="subTitle" idx="15"/>
          </p:nvPr>
        </p:nvSpPr>
        <p:spPr>
          <a:xfrm>
            <a:off x="4366698" y="3614801"/>
            <a:ext cx="32337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19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508" name="Google Shape;508;p13"/>
          <p:cNvGrpSpPr/>
          <p:nvPr/>
        </p:nvGrpSpPr>
        <p:grpSpPr>
          <a:xfrm>
            <a:off x="-808923" y="2711465"/>
            <a:ext cx="2097951" cy="3309497"/>
            <a:chOff x="-656523" y="2711465"/>
            <a:chExt cx="2097951" cy="3309497"/>
          </a:xfrm>
        </p:grpSpPr>
        <p:sp>
          <p:nvSpPr>
            <p:cNvPr id="509" name="Google Shape;509;p13"/>
            <p:cNvSpPr/>
            <p:nvPr/>
          </p:nvSpPr>
          <p:spPr>
            <a:xfrm flipH="1">
              <a:off x="-352474" y="4279466"/>
              <a:ext cx="1139424" cy="986746"/>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0" name="Google Shape;510;p13"/>
            <p:cNvGrpSpPr/>
            <p:nvPr/>
          </p:nvGrpSpPr>
          <p:grpSpPr>
            <a:xfrm>
              <a:off x="323479" y="4682324"/>
              <a:ext cx="328346" cy="328531"/>
              <a:chOff x="3678700" y="407275"/>
              <a:chExt cx="708100" cy="708500"/>
            </a:xfrm>
          </p:grpSpPr>
          <p:sp>
            <p:nvSpPr>
              <p:cNvPr id="511" name="Google Shape;511;p13"/>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13"/>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3"/>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13"/>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13"/>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3"/>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3"/>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8" name="Google Shape;518;p13"/>
            <p:cNvGrpSpPr/>
            <p:nvPr/>
          </p:nvGrpSpPr>
          <p:grpSpPr>
            <a:xfrm>
              <a:off x="-541317" y="2711465"/>
              <a:ext cx="1117945" cy="1598547"/>
              <a:chOff x="-541317" y="2711465"/>
              <a:chExt cx="1117945" cy="1598547"/>
            </a:xfrm>
          </p:grpSpPr>
          <p:sp>
            <p:nvSpPr>
              <p:cNvPr id="519" name="Google Shape;519;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0" name="Google Shape;520;p13"/>
              <p:cNvGrpSpPr/>
              <p:nvPr/>
            </p:nvGrpSpPr>
            <p:grpSpPr>
              <a:xfrm>
                <a:off x="442584" y="4120912"/>
                <a:ext cx="134044" cy="134013"/>
                <a:chOff x="1101075" y="2142375"/>
                <a:chExt cx="439200" cy="439100"/>
              </a:xfrm>
            </p:grpSpPr>
            <p:sp>
              <p:nvSpPr>
                <p:cNvPr id="521" name="Google Shape;521;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3" name="Google Shape;523;p13"/>
            <p:cNvGrpSpPr/>
            <p:nvPr/>
          </p:nvGrpSpPr>
          <p:grpSpPr>
            <a:xfrm rot="-9080766">
              <a:off x="-341725" y="3731687"/>
              <a:ext cx="1117904" cy="1598488"/>
              <a:chOff x="-541317" y="2711465"/>
              <a:chExt cx="1117945" cy="1598547"/>
            </a:xfrm>
          </p:grpSpPr>
          <p:sp>
            <p:nvSpPr>
              <p:cNvPr id="524" name="Google Shape;524;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5" name="Google Shape;525;p13"/>
              <p:cNvGrpSpPr/>
              <p:nvPr/>
            </p:nvGrpSpPr>
            <p:grpSpPr>
              <a:xfrm>
                <a:off x="442584" y="4120912"/>
                <a:ext cx="134044" cy="134013"/>
                <a:chOff x="1101075" y="2142375"/>
                <a:chExt cx="439200" cy="439100"/>
              </a:xfrm>
            </p:grpSpPr>
            <p:sp>
              <p:nvSpPr>
                <p:cNvPr id="526" name="Google Shape;526;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8" name="Google Shape;528;p13"/>
            <p:cNvGrpSpPr/>
            <p:nvPr/>
          </p:nvGrpSpPr>
          <p:grpSpPr>
            <a:xfrm rot="10800000">
              <a:off x="323483" y="4422415"/>
              <a:ext cx="1117945" cy="1598547"/>
              <a:chOff x="-541317" y="2711465"/>
              <a:chExt cx="1117945" cy="1598547"/>
            </a:xfrm>
          </p:grpSpPr>
          <p:sp>
            <p:nvSpPr>
              <p:cNvPr id="529" name="Google Shape;529;p13"/>
              <p:cNvSpPr/>
              <p:nvPr/>
            </p:nvSpPr>
            <p:spPr>
              <a:xfrm rot="8999999">
                <a:off x="-132025" y="2659081"/>
                <a:ext cx="246869" cy="1703314"/>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0" name="Google Shape;530;p13"/>
              <p:cNvGrpSpPr/>
              <p:nvPr/>
            </p:nvGrpSpPr>
            <p:grpSpPr>
              <a:xfrm>
                <a:off x="442584" y="4120912"/>
                <a:ext cx="134044" cy="134013"/>
                <a:chOff x="1101075" y="2142375"/>
                <a:chExt cx="439200" cy="439100"/>
              </a:xfrm>
            </p:grpSpPr>
            <p:sp>
              <p:nvSpPr>
                <p:cNvPr id="531" name="Google Shape;531;p13"/>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13"/>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dist="9525" dir="2280000" algn="bl" rotWithShape="0">
                    <a:schemeClr val="lt2"/>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533" name="Google Shape;533;p13"/>
          <p:cNvGrpSpPr/>
          <p:nvPr/>
        </p:nvGrpSpPr>
        <p:grpSpPr>
          <a:xfrm>
            <a:off x="6470875" y="-1735180"/>
            <a:ext cx="4257000" cy="4171657"/>
            <a:chOff x="6394675" y="-1658980"/>
            <a:chExt cx="4257000" cy="4171657"/>
          </a:xfrm>
        </p:grpSpPr>
        <p:grpSp>
          <p:nvGrpSpPr>
            <p:cNvPr id="534" name="Google Shape;534;p13"/>
            <p:cNvGrpSpPr/>
            <p:nvPr/>
          </p:nvGrpSpPr>
          <p:grpSpPr>
            <a:xfrm rot="-2700000" flipH="1">
              <a:off x="7289785" y="-1246897"/>
              <a:ext cx="2552124" cy="3347490"/>
              <a:chOff x="2976325" y="908175"/>
              <a:chExt cx="4028179" cy="5283555"/>
            </a:xfrm>
          </p:grpSpPr>
          <p:sp>
            <p:nvSpPr>
              <p:cNvPr id="535" name="Google Shape;535;p13"/>
              <p:cNvSpPr/>
              <p:nvPr/>
            </p:nvSpPr>
            <p:spPr>
              <a:xfrm>
                <a:off x="2976325" y="93003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3"/>
              <p:cNvSpPr/>
              <p:nvPr/>
            </p:nvSpPr>
            <p:spPr>
              <a:xfrm>
                <a:off x="3934943" y="90817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13"/>
              <p:cNvSpPr/>
              <p:nvPr/>
            </p:nvSpPr>
            <p:spPr>
              <a:xfrm>
                <a:off x="3851189" y="107252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8" name="Google Shape;538;p13"/>
            <p:cNvSpPr/>
            <p:nvPr/>
          </p:nvSpPr>
          <p:spPr>
            <a:xfrm>
              <a:off x="6394675" y="0"/>
              <a:ext cx="284119" cy="246048"/>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3"/>
            <p:cNvSpPr/>
            <p:nvPr/>
          </p:nvSpPr>
          <p:spPr>
            <a:xfrm>
              <a:off x="6627600" y="-49075"/>
              <a:ext cx="570546" cy="494095"/>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0" name="Google Shape;540;p13"/>
          <p:cNvGrpSpPr/>
          <p:nvPr/>
        </p:nvGrpSpPr>
        <p:grpSpPr>
          <a:xfrm>
            <a:off x="-113888" y="229201"/>
            <a:ext cx="1891393" cy="134100"/>
            <a:chOff x="-113888" y="229201"/>
            <a:chExt cx="1891393" cy="134100"/>
          </a:xfrm>
        </p:grpSpPr>
        <p:sp>
          <p:nvSpPr>
            <p:cNvPr id="541" name="Google Shape;541;p13"/>
            <p:cNvSpPr/>
            <p:nvPr/>
          </p:nvSpPr>
          <p:spPr>
            <a:xfrm>
              <a:off x="1643404" y="2292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2" name="Google Shape;542;p13"/>
            <p:cNvCxnSpPr/>
            <p:nvPr/>
          </p:nvCxnSpPr>
          <p:spPr>
            <a:xfrm rot="10800000">
              <a:off x="783712" y="-601348"/>
              <a:ext cx="0" cy="1795200"/>
            </a:xfrm>
            <a:prstGeom prst="straightConnector1">
              <a:avLst/>
            </a:prstGeom>
            <a:noFill/>
            <a:ln w="9525" cap="flat" cmpd="sng">
              <a:solidFill>
                <a:schemeClr val="dk2"/>
              </a:solidFill>
              <a:prstDash val="solid"/>
              <a:round/>
              <a:headEnd type="none" w="med" len="med"/>
              <a:tailEnd type="none" w="med" len="med"/>
            </a:ln>
          </p:spPr>
        </p:cxnSp>
        <p:sp>
          <p:nvSpPr>
            <p:cNvPr id="543" name="Google Shape;543;p13"/>
            <p:cNvSpPr/>
            <p:nvPr/>
          </p:nvSpPr>
          <p:spPr>
            <a:xfrm>
              <a:off x="1673517" y="2593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544"/>
        <p:cNvGrpSpPr/>
        <p:nvPr/>
      </p:nvGrpSpPr>
      <p:grpSpPr>
        <a:xfrm>
          <a:off x="0" y="0"/>
          <a:ext cx="0" cy="0"/>
          <a:chOff x="0" y="0"/>
          <a:chExt cx="0" cy="0"/>
        </a:xfrm>
      </p:grpSpPr>
      <p:sp>
        <p:nvSpPr>
          <p:cNvPr id="545" name="Google Shape;545;p14"/>
          <p:cNvSpPr txBox="1">
            <a:spLocks noGrp="1"/>
          </p:cNvSpPr>
          <p:nvPr>
            <p:ph type="title"/>
          </p:nvPr>
        </p:nvSpPr>
        <p:spPr>
          <a:xfrm>
            <a:off x="713225" y="3349250"/>
            <a:ext cx="6691200" cy="531900"/>
          </a:xfrm>
          <a:prstGeom prst="rect">
            <a:avLst/>
          </a:prstGeom>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546" name="Google Shape;546;p14"/>
          <p:cNvSpPr txBox="1">
            <a:spLocks noGrp="1"/>
          </p:cNvSpPr>
          <p:nvPr>
            <p:ph type="subTitle" idx="1"/>
          </p:nvPr>
        </p:nvSpPr>
        <p:spPr>
          <a:xfrm>
            <a:off x="713225" y="1511313"/>
            <a:ext cx="6691200" cy="14784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8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3">
  <p:cSld name="CUSTOM_10_1_1">
    <p:spTree>
      <p:nvGrpSpPr>
        <p:cNvPr id="1" name="Shape 671"/>
        <p:cNvGrpSpPr/>
        <p:nvPr/>
      </p:nvGrpSpPr>
      <p:grpSpPr>
        <a:xfrm>
          <a:off x="0" y="0"/>
          <a:ext cx="0" cy="0"/>
          <a:chOff x="0" y="0"/>
          <a:chExt cx="0" cy="0"/>
        </a:xfrm>
      </p:grpSpPr>
      <p:sp>
        <p:nvSpPr>
          <p:cNvPr id="672" name="Google Shape;672;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673" name="Google Shape;673;p17"/>
          <p:cNvGrpSpPr/>
          <p:nvPr/>
        </p:nvGrpSpPr>
        <p:grpSpPr>
          <a:xfrm>
            <a:off x="-2176650" y="-112745"/>
            <a:ext cx="4680670" cy="5935195"/>
            <a:chOff x="-2176650" y="-112745"/>
            <a:chExt cx="4680670" cy="5935195"/>
          </a:xfrm>
        </p:grpSpPr>
        <p:grpSp>
          <p:nvGrpSpPr>
            <p:cNvPr id="674" name="Google Shape;674;p17"/>
            <p:cNvGrpSpPr/>
            <p:nvPr/>
          </p:nvGrpSpPr>
          <p:grpSpPr>
            <a:xfrm>
              <a:off x="-2176650" y="-112745"/>
              <a:ext cx="4680670" cy="5935195"/>
              <a:chOff x="-2176650" y="-112745"/>
              <a:chExt cx="4680670" cy="5935195"/>
            </a:xfrm>
          </p:grpSpPr>
          <p:sp>
            <p:nvSpPr>
              <p:cNvPr id="675" name="Google Shape;675;p17"/>
              <p:cNvSpPr/>
              <p:nvPr/>
            </p:nvSpPr>
            <p:spPr>
              <a:xfrm rot="-2700000">
                <a:off x="-1523974" y="2178291"/>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6" name="Google Shape;676;p17"/>
              <p:cNvGrpSpPr/>
              <p:nvPr/>
            </p:nvGrpSpPr>
            <p:grpSpPr>
              <a:xfrm rot="-2700000">
                <a:off x="10491" y="4440580"/>
                <a:ext cx="582044" cy="582419"/>
                <a:chOff x="959750" y="3039275"/>
                <a:chExt cx="582050" cy="582425"/>
              </a:xfrm>
            </p:grpSpPr>
            <p:sp>
              <p:nvSpPr>
                <p:cNvPr id="677" name="Google Shape;677;p17"/>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17"/>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17"/>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17"/>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17"/>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17"/>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17"/>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4" name="Google Shape;684;p17"/>
              <p:cNvGrpSpPr/>
              <p:nvPr/>
            </p:nvGrpSpPr>
            <p:grpSpPr>
              <a:xfrm rot="-2700000">
                <a:off x="-183259" y="2704590"/>
                <a:ext cx="582044" cy="582419"/>
                <a:chOff x="959750" y="3039275"/>
                <a:chExt cx="582050" cy="582425"/>
              </a:xfrm>
            </p:grpSpPr>
            <p:sp>
              <p:nvSpPr>
                <p:cNvPr id="685" name="Google Shape;685;p17"/>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17"/>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17"/>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17"/>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17"/>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17"/>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17"/>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2" name="Google Shape;692;p17"/>
              <p:cNvSpPr/>
              <p:nvPr/>
            </p:nvSpPr>
            <p:spPr>
              <a:xfrm rot="2700000" flipH="1">
                <a:off x="-1073899" y="473691"/>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3" name="Google Shape;693;p17"/>
            <p:cNvGrpSpPr/>
            <p:nvPr/>
          </p:nvGrpSpPr>
          <p:grpSpPr>
            <a:xfrm>
              <a:off x="-234425" y="3727550"/>
              <a:ext cx="439200" cy="439100"/>
              <a:chOff x="1101075" y="2142375"/>
              <a:chExt cx="439200" cy="439100"/>
            </a:xfrm>
          </p:grpSpPr>
          <p:sp>
            <p:nvSpPr>
              <p:cNvPr id="694" name="Google Shape;694;p17"/>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17"/>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6" name="Google Shape;696;p17"/>
            <p:cNvGrpSpPr/>
            <p:nvPr/>
          </p:nvGrpSpPr>
          <p:grpSpPr>
            <a:xfrm rot="10800000">
              <a:off x="713225" y="4931225"/>
              <a:ext cx="439200" cy="439100"/>
              <a:chOff x="1101075" y="2142375"/>
              <a:chExt cx="439200" cy="439100"/>
            </a:xfrm>
          </p:grpSpPr>
          <p:sp>
            <p:nvSpPr>
              <p:cNvPr id="697" name="Google Shape;697;p17"/>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17"/>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99" name="Google Shape;699;p17"/>
          <p:cNvGrpSpPr/>
          <p:nvPr/>
        </p:nvGrpSpPr>
        <p:grpSpPr>
          <a:xfrm>
            <a:off x="6642300" y="-415701"/>
            <a:ext cx="4558967" cy="1887075"/>
            <a:chOff x="6566100" y="-415701"/>
            <a:chExt cx="4558967" cy="1887075"/>
          </a:xfrm>
        </p:grpSpPr>
        <p:pic>
          <p:nvPicPr>
            <p:cNvPr id="700" name="Google Shape;700;p17"/>
            <p:cNvPicPr preferRelativeResize="0"/>
            <p:nvPr/>
          </p:nvPicPr>
          <p:blipFill rotWithShape="1">
            <a:blip r:embed="rId2">
              <a:alphaModFix/>
            </a:blip>
            <a:srcRect l="16960" t="24718" r="7121" b="26177"/>
            <a:stretch/>
          </p:blipFill>
          <p:spPr>
            <a:xfrm>
              <a:off x="8278550" y="-392375"/>
              <a:ext cx="2441950" cy="1863749"/>
            </a:xfrm>
            <a:prstGeom prst="rect">
              <a:avLst/>
            </a:prstGeom>
            <a:noFill/>
            <a:ln>
              <a:noFill/>
            </a:ln>
          </p:spPr>
        </p:pic>
        <p:grpSp>
          <p:nvGrpSpPr>
            <p:cNvPr id="701" name="Google Shape;701;p17"/>
            <p:cNvGrpSpPr/>
            <p:nvPr/>
          </p:nvGrpSpPr>
          <p:grpSpPr>
            <a:xfrm rot="5400000">
              <a:off x="7714062" y="-991384"/>
              <a:ext cx="1433417" cy="2584783"/>
              <a:chOff x="-363163" y="-645596"/>
              <a:chExt cx="1433417" cy="2584783"/>
            </a:xfrm>
          </p:grpSpPr>
          <p:grpSp>
            <p:nvGrpSpPr>
              <p:cNvPr id="702" name="Google Shape;702;p17"/>
              <p:cNvGrpSpPr/>
              <p:nvPr/>
            </p:nvGrpSpPr>
            <p:grpSpPr>
              <a:xfrm rot="10800000">
                <a:off x="-64595" y="-645596"/>
                <a:ext cx="1134849" cy="2370191"/>
                <a:chOff x="-575575" y="3685599"/>
                <a:chExt cx="1421048" cy="2967932"/>
              </a:xfrm>
            </p:grpSpPr>
            <p:sp>
              <p:nvSpPr>
                <p:cNvPr id="703" name="Google Shape;703;p17"/>
                <p:cNvSpPr/>
                <p:nvPr/>
              </p:nvSpPr>
              <p:spPr>
                <a:xfrm>
                  <a:off x="-575575" y="36855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17"/>
                <p:cNvSpPr/>
                <p:nvPr/>
              </p:nvSpPr>
              <p:spPr>
                <a:xfrm rot="10800000">
                  <a:off x="-575573" y="3820175"/>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5" name="Google Shape;705;p17"/>
              <p:cNvSpPr/>
              <p:nvPr/>
            </p:nvSpPr>
            <p:spPr>
              <a:xfrm>
                <a:off x="0" y="361650"/>
                <a:ext cx="581991" cy="575861"/>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17"/>
              <p:cNvSpPr/>
              <p:nvPr/>
            </p:nvSpPr>
            <p:spPr>
              <a:xfrm>
                <a:off x="131225" y="0"/>
                <a:ext cx="581991" cy="575861"/>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7" name="Google Shape;707;p17"/>
              <p:cNvGrpSpPr/>
              <p:nvPr/>
            </p:nvGrpSpPr>
            <p:grpSpPr>
              <a:xfrm rot="-2700000" flipH="1">
                <a:off x="-216370" y="1084101"/>
                <a:ext cx="708093" cy="708493"/>
                <a:chOff x="3678700" y="407275"/>
                <a:chExt cx="708100" cy="708500"/>
              </a:xfrm>
            </p:grpSpPr>
            <p:sp>
              <p:nvSpPr>
                <p:cNvPr id="708" name="Google Shape;708;p17"/>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17"/>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17"/>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17"/>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17"/>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17"/>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17"/>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15" name="Google Shape;715;p17"/>
            <p:cNvGrpSpPr/>
            <p:nvPr/>
          </p:nvGrpSpPr>
          <p:grpSpPr>
            <a:xfrm rot="10800000">
              <a:off x="6566100" y="233963"/>
              <a:ext cx="4558967" cy="134100"/>
              <a:chOff x="796100" y="3019701"/>
              <a:chExt cx="4558967" cy="134100"/>
            </a:xfrm>
          </p:grpSpPr>
          <p:sp>
            <p:nvSpPr>
              <p:cNvPr id="716" name="Google Shape;716;p17"/>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17" name="Google Shape;717;p17"/>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718" name="Google Shape;718;p17"/>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759"/>
        <p:cNvGrpSpPr/>
        <p:nvPr/>
      </p:nvGrpSpPr>
      <p:grpSpPr>
        <a:xfrm>
          <a:off x="0" y="0"/>
          <a:ext cx="0" cy="0"/>
          <a:chOff x="0" y="0"/>
          <a:chExt cx="0" cy="0"/>
        </a:xfrm>
      </p:grpSpPr>
      <p:sp>
        <p:nvSpPr>
          <p:cNvPr id="760" name="Google Shape;760;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761" name="Google Shape;761;p19"/>
          <p:cNvSpPr txBox="1">
            <a:spLocks noGrp="1"/>
          </p:cNvSpPr>
          <p:nvPr>
            <p:ph type="subTitle" idx="1"/>
          </p:nvPr>
        </p:nvSpPr>
        <p:spPr>
          <a:xfrm>
            <a:off x="4881006" y="1786675"/>
            <a:ext cx="3543000" cy="1830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62" name="Google Shape;762;p19"/>
          <p:cNvSpPr txBox="1">
            <a:spLocks noGrp="1"/>
          </p:cNvSpPr>
          <p:nvPr>
            <p:ph type="subTitle" idx="2"/>
          </p:nvPr>
        </p:nvSpPr>
        <p:spPr>
          <a:xfrm>
            <a:off x="720000" y="1786675"/>
            <a:ext cx="3543000" cy="18306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763" name="Google Shape;763;p19"/>
          <p:cNvGrpSpPr/>
          <p:nvPr/>
        </p:nvGrpSpPr>
        <p:grpSpPr>
          <a:xfrm>
            <a:off x="-96329" y="4888563"/>
            <a:ext cx="1590408" cy="88125"/>
            <a:chOff x="124624" y="4953514"/>
            <a:chExt cx="1137387" cy="88142"/>
          </a:xfrm>
        </p:grpSpPr>
        <p:sp>
          <p:nvSpPr>
            <p:cNvPr id="764" name="Google Shape;764;p19"/>
            <p:cNvSpPr/>
            <p:nvPr/>
          </p:nvSpPr>
          <p:spPr>
            <a:xfrm rot="5400000">
              <a:off x="687043" y="4391096"/>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9"/>
            <p:cNvSpPr/>
            <p:nvPr/>
          </p:nvSpPr>
          <p:spPr>
            <a:xfrm rot="5400000">
              <a:off x="687063" y="4466709"/>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6" name="Google Shape;766;p19"/>
          <p:cNvGrpSpPr/>
          <p:nvPr/>
        </p:nvGrpSpPr>
        <p:grpSpPr>
          <a:xfrm>
            <a:off x="6883700" y="1385725"/>
            <a:ext cx="4028179" cy="5283555"/>
            <a:chOff x="6883700" y="1385725"/>
            <a:chExt cx="4028179" cy="5283555"/>
          </a:xfrm>
        </p:grpSpPr>
        <p:sp>
          <p:nvSpPr>
            <p:cNvPr id="767" name="Google Shape;767;p19"/>
            <p:cNvSpPr/>
            <p:nvPr/>
          </p:nvSpPr>
          <p:spPr>
            <a:xfrm>
              <a:off x="6883700" y="140758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19"/>
            <p:cNvSpPr/>
            <p:nvPr/>
          </p:nvSpPr>
          <p:spPr>
            <a:xfrm>
              <a:off x="7842318" y="138572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19"/>
            <p:cNvSpPr/>
            <p:nvPr/>
          </p:nvSpPr>
          <p:spPr>
            <a:xfrm>
              <a:off x="7734200" y="2571774"/>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19"/>
            <p:cNvSpPr/>
            <p:nvPr/>
          </p:nvSpPr>
          <p:spPr>
            <a:xfrm>
              <a:off x="7758564" y="155007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1" name="Google Shape;771;p19"/>
          <p:cNvGrpSpPr/>
          <p:nvPr/>
        </p:nvGrpSpPr>
        <p:grpSpPr>
          <a:xfrm>
            <a:off x="4598006" y="-1699037"/>
            <a:ext cx="5579794" cy="3203424"/>
            <a:chOff x="4521806" y="-1546637"/>
            <a:chExt cx="5579794" cy="3203424"/>
          </a:xfrm>
        </p:grpSpPr>
        <p:grpSp>
          <p:nvGrpSpPr>
            <p:cNvPr id="772" name="Google Shape;772;p19"/>
            <p:cNvGrpSpPr/>
            <p:nvPr/>
          </p:nvGrpSpPr>
          <p:grpSpPr>
            <a:xfrm>
              <a:off x="4619858" y="-154439"/>
              <a:ext cx="916824" cy="700199"/>
              <a:chOff x="4619858" y="-154439"/>
              <a:chExt cx="916824" cy="700199"/>
            </a:xfrm>
          </p:grpSpPr>
          <p:sp>
            <p:nvSpPr>
              <p:cNvPr id="773" name="Google Shape;773;p19"/>
              <p:cNvSpPr/>
              <p:nvPr/>
            </p:nvSpPr>
            <p:spPr>
              <a:xfrm>
                <a:off x="4823308" y="126723"/>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19"/>
              <p:cNvSpPr/>
              <p:nvPr/>
            </p:nvSpPr>
            <p:spPr>
              <a:xfrm>
                <a:off x="4619858" y="-114577"/>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19"/>
              <p:cNvSpPr/>
              <p:nvPr/>
            </p:nvSpPr>
            <p:spPr>
              <a:xfrm>
                <a:off x="5052808" y="-154439"/>
                <a:ext cx="483874" cy="419037"/>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76" name="Google Shape;776;p19"/>
            <p:cNvPicPr preferRelativeResize="0"/>
            <p:nvPr/>
          </p:nvPicPr>
          <p:blipFill rotWithShape="1">
            <a:blip r:embed="rId2">
              <a:alphaModFix/>
            </a:blip>
            <a:srcRect l="16960" t="24718" r="7121" b="26177"/>
            <a:stretch/>
          </p:blipFill>
          <p:spPr>
            <a:xfrm>
              <a:off x="5904350" y="-1546637"/>
              <a:ext cx="4197251" cy="3203424"/>
            </a:xfrm>
            <a:prstGeom prst="rect">
              <a:avLst/>
            </a:prstGeom>
            <a:noFill/>
            <a:ln>
              <a:noFill/>
            </a:ln>
          </p:spPr>
        </p:pic>
        <p:sp>
          <p:nvSpPr>
            <p:cNvPr id="777" name="Google Shape;777;p19"/>
            <p:cNvSpPr/>
            <p:nvPr/>
          </p:nvSpPr>
          <p:spPr>
            <a:xfrm rot="-5400000">
              <a:off x="5282845" y="-105894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19"/>
            <p:cNvSpPr/>
            <p:nvPr/>
          </p:nvSpPr>
          <p:spPr>
            <a:xfrm rot="-5400000">
              <a:off x="5282230" y="-899603"/>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9" name="Google Shape;779;p19"/>
            <p:cNvGrpSpPr/>
            <p:nvPr/>
          </p:nvGrpSpPr>
          <p:grpSpPr>
            <a:xfrm rot="10800000">
              <a:off x="8323180" y="210225"/>
              <a:ext cx="1493503" cy="88125"/>
              <a:chOff x="124624" y="4953514"/>
              <a:chExt cx="1137387" cy="88142"/>
            </a:xfrm>
          </p:grpSpPr>
          <p:sp>
            <p:nvSpPr>
              <p:cNvPr id="780" name="Google Shape;780;p19"/>
              <p:cNvSpPr/>
              <p:nvPr/>
            </p:nvSpPr>
            <p:spPr>
              <a:xfrm rot="5400000">
                <a:off x="687043" y="4391096"/>
                <a:ext cx="12551" cy="1137387"/>
              </a:xfrm>
              <a:custGeom>
                <a:avLst/>
                <a:gdLst/>
                <a:ahLst/>
                <a:cxnLst/>
                <a:rect l="l" t="t" r="r" b="b"/>
                <a:pathLst>
                  <a:path w="306" h="27731" extrusionOk="0">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9"/>
              <p:cNvSpPr/>
              <p:nvPr/>
            </p:nvSpPr>
            <p:spPr>
              <a:xfrm rot="5400000">
                <a:off x="687063" y="4466709"/>
                <a:ext cx="12510" cy="1137387"/>
              </a:xfrm>
              <a:custGeom>
                <a:avLst/>
                <a:gdLst/>
                <a:ahLst/>
                <a:cxnLst/>
                <a:rect l="l" t="t" r="r" b="b"/>
                <a:pathLst>
                  <a:path w="305" h="27731" extrusionOk="0">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2" name="Google Shape;782;p19"/>
            <p:cNvGrpSpPr/>
            <p:nvPr/>
          </p:nvGrpSpPr>
          <p:grpSpPr>
            <a:xfrm>
              <a:off x="4619231" y="-32636"/>
              <a:ext cx="254987" cy="255131"/>
              <a:chOff x="3678700" y="407275"/>
              <a:chExt cx="708100" cy="708500"/>
            </a:xfrm>
          </p:grpSpPr>
          <p:sp>
            <p:nvSpPr>
              <p:cNvPr id="783" name="Google Shape;783;p19"/>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9"/>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9"/>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19"/>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19"/>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9"/>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19"/>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0" name="Google Shape;790;p19"/>
            <p:cNvGrpSpPr/>
            <p:nvPr/>
          </p:nvGrpSpPr>
          <p:grpSpPr>
            <a:xfrm>
              <a:off x="4521806" y="126714"/>
              <a:ext cx="254987" cy="255131"/>
              <a:chOff x="3678700" y="407275"/>
              <a:chExt cx="708100" cy="708500"/>
            </a:xfrm>
          </p:grpSpPr>
          <p:sp>
            <p:nvSpPr>
              <p:cNvPr id="791" name="Google Shape;791;p19"/>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19"/>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19"/>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19"/>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9"/>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19"/>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9"/>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049"/>
        <p:cNvGrpSpPr/>
        <p:nvPr/>
      </p:nvGrpSpPr>
      <p:grpSpPr>
        <a:xfrm>
          <a:off x="0" y="0"/>
          <a:ext cx="0" cy="0"/>
          <a:chOff x="0" y="0"/>
          <a:chExt cx="0" cy="0"/>
        </a:xfrm>
      </p:grpSpPr>
      <p:grpSp>
        <p:nvGrpSpPr>
          <p:cNvPr id="1050" name="Google Shape;1050;p24"/>
          <p:cNvGrpSpPr/>
          <p:nvPr/>
        </p:nvGrpSpPr>
        <p:grpSpPr>
          <a:xfrm>
            <a:off x="7059553" y="-2136808"/>
            <a:ext cx="4192757" cy="4558967"/>
            <a:chOff x="6983353" y="-2136808"/>
            <a:chExt cx="4192757" cy="4558967"/>
          </a:xfrm>
        </p:grpSpPr>
        <p:grpSp>
          <p:nvGrpSpPr>
            <p:cNvPr id="1051" name="Google Shape;1051;p24"/>
            <p:cNvGrpSpPr/>
            <p:nvPr/>
          </p:nvGrpSpPr>
          <p:grpSpPr>
            <a:xfrm rot="-509296">
              <a:off x="7187207" y="-982000"/>
              <a:ext cx="3785049" cy="3043008"/>
              <a:chOff x="7103825" y="-713112"/>
              <a:chExt cx="3785226" cy="3043150"/>
            </a:xfrm>
          </p:grpSpPr>
          <p:sp>
            <p:nvSpPr>
              <p:cNvPr id="1052" name="Google Shape;1052;p24"/>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53" name="Google Shape;1053;p24"/>
              <p:cNvPicPr preferRelativeResize="0"/>
              <p:nvPr/>
            </p:nvPicPr>
            <p:blipFill rotWithShape="1">
              <a:blip r:embed="rId2">
                <a:alphaModFix/>
              </a:blip>
              <a:srcRect t="17657" b="17663"/>
              <a:stretch/>
            </p:blipFill>
            <p:spPr>
              <a:xfrm>
                <a:off x="7103825" y="-713112"/>
                <a:ext cx="3785226" cy="2888974"/>
              </a:xfrm>
              <a:prstGeom prst="rect">
                <a:avLst/>
              </a:prstGeom>
              <a:noFill/>
              <a:ln>
                <a:noFill/>
              </a:ln>
            </p:spPr>
          </p:pic>
        </p:grpSp>
        <p:grpSp>
          <p:nvGrpSpPr>
            <p:cNvPr id="1054" name="Google Shape;1054;p24"/>
            <p:cNvGrpSpPr/>
            <p:nvPr/>
          </p:nvGrpSpPr>
          <p:grpSpPr>
            <a:xfrm rot="5400000">
              <a:off x="6489450" y="75626"/>
              <a:ext cx="4558967" cy="134100"/>
              <a:chOff x="796100" y="3019701"/>
              <a:chExt cx="4558967" cy="134100"/>
            </a:xfrm>
          </p:grpSpPr>
          <p:sp>
            <p:nvSpPr>
              <p:cNvPr id="1055" name="Google Shape;1055;p24"/>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56" name="Google Shape;1056;p24"/>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057" name="Google Shape;1057;p24"/>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58" name="Google Shape;1058;p24"/>
          <p:cNvSpPr txBox="1">
            <a:spLocks noGrp="1"/>
          </p:cNvSpPr>
          <p:nvPr>
            <p:ph type="subTitle" idx="1"/>
          </p:nvPr>
        </p:nvSpPr>
        <p:spPr>
          <a:xfrm>
            <a:off x="720000" y="26499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59" name="Google Shape;1059;p24"/>
          <p:cNvSpPr txBox="1">
            <a:spLocks noGrp="1"/>
          </p:cNvSpPr>
          <p:nvPr>
            <p:ph type="subTitle" idx="2"/>
          </p:nvPr>
        </p:nvSpPr>
        <p:spPr>
          <a:xfrm>
            <a:off x="3584484" y="26499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60" name="Google Shape;1060;p24"/>
          <p:cNvSpPr txBox="1">
            <a:spLocks noGrp="1"/>
          </p:cNvSpPr>
          <p:nvPr>
            <p:ph type="subTitle" idx="3"/>
          </p:nvPr>
        </p:nvSpPr>
        <p:spPr>
          <a:xfrm>
            <a:off x="6448975" y="2649975"/>
            <a:ext cx="1981800" cy="10881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61" name="Google Shape;1061;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62" name="Google Shape;1062;p24"/>
          <p:cNvSpPr txBox="1">
            <a:spLocks noGrp="1"/>
          </p:cNvSpPr>
          <p:nvPr>
            <p:ph type="subTitle" idx="4"/>
          </p:nvPr>
        </p:nvSpPr>
        <p:spPr>
          <a:xfrm>
            <a:off x="720000" y="23238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063" name="Google Shape;1063;p24"/>
          <p:cNvSpPr txBox="1">
            <a:spLocks noGrp="1"/>
          </p:cNvSpPr>
          <p:nvPr>
            <p:ph type="subTitle" idx="5"/>
          </p:nvPr>
        </p:nvSpPr>
        <p:spPr>
          <a:xfrm>
            <a:off x="3584483" y="23238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064" name="Google Shape;1064;p24"/>
          <p:cNvSpPr txBox="1">
            <a:spLocks noGrp="1"/>
          </p:cNvSpPr>
          <p:nvPr>
            <p:ph type="subTitle" idx="6"/>
          </p:nvPr>
        </p:nvSpPr>
        <p:spPr>
          <a:xfrm>
            <a:off x="6448972" y="2323875"/>
            <a:ext cx="19818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1065" name="Google Shape;1065;p24"/>
          <p:cNvGrpSpPr/>
          <p:nvPr/>
        </p:nvGrpSpPr>
        <p:grpSpPr>
          <a:xfrm>
            <a:off x="6067575" y="2796625"/>
            <a:ext cx="4006263" cy="4771152"/>
            <a:chOff x="5915175" y="2339425"/>
            <a:chExt cx="4006263" cy="4771152"/>
          </a:xfrm>
        </p:grpSpPr>
        <p:sp>
          <p:nvSpPr>
            <p:cNvPr id="1066" name="Google Shape;1066;p24"/>
            <p:cNvSpPr/>
            <p:nvPr/>
          </p:nvSpPr>
          <p:spPr>
            <a:xfrm>
              <a:off x="5915175" y="2361286"/>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24"/>
            <p:cNvSpPr/>
            <p:nvPr/>
          </p:nvSpPr>
          <p:spPr>
            <a:xfrm>
              <a:off x="6873793" y="2339425"/>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68" name="Google Shape;1068;p24"/>
            <p:cNvGrpSpPr/>
            <p:nvPr/>
          </p:nvGrpSpPr>
          <p:grpSpPr>
            <a:xfrm>
              <a:off x="7520550" y="4608575"/>
              <a:ext cx="582050" cy="582425"/>
              <a:chOff x="959750" y="3039275"/>
              <a:chExt cx="582050" cy="582425"/>
            </a:xfrm>
          </p:grpSpPr>
          <p:sp>
            <p:nvSpPr>
              <p:cNvPr id="1069" name="Google Shape;1069;p24"/>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24"/>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24"/>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24"/>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24"/>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24"/>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24"/>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6" name="Google Shape;1076;p24"/>
            <p:cNvGrpSpPr/>
            <p:nvPr/>
          </p:nvGrpSpPr>
          <p:grpSpPr>
            <a:xfrm>
              <a:off x="8484675" y="3658275"/>
              <a:ext cx="582050" cy="582425"/>
              <a:chOff x="959750" y="3039275"/>
              <a:chExt cx="582050" cy="582425"/>
            </a:xfrm>
          </p:grpSpPr>
          <p:sp>
            <p:nvSpPr>
              <p:cNvPr id="1077" name="Google Shape;1077;p24"/>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24"/>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24"/>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24"/>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24"/>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24"/>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24"/>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84" name="Google Shape;1084;p24"/>
          <p:cNvGrpSpPr/>
          <p:nvPr/>
        </p:nvGrpSpPr>
        <p:grpSpPr>
          <a:xfrm>
            <a:off x="-235366" y="3828554"/>
            <a:ext cx="5249359" cy="2992224"/>
            <a:chOff x="-258616" y="3430829"/>
            <a:chExt cx="5249359" cy="2992224"/>
          </a:xfrm>
        </p:grpSpPr>
        <p:pic>
          <p:nvPicPr>
            <p:cNvPr id="1085" name="Google Shape;1085;p24"/>
            <p:cNvPicPr preferRelativeResize="0"/>
            <p:nvPr/>
          </p:nvPicPr>
          <p:blipFill rotWithShape="1">
            <a:blip r:embed="rId3">
              <a:alphaModFix/>
            </a:blip>
            <a:srcRect l="16960" t="24718" r="7121" b="26177"/>
            <a:stretch/>
          </p:blipFill>
          <p:spPr>
            <a:xfrm>
              <a:off x="1070243" y="3430829"/>
              <a:ext cx="3920501" cy="2992224"/>
            </a:xfrm>
            <a:prstGeom prst="rect">
              <a:avLst/>
            </a:prstGeom>
            <a:noFill/>
            <a:ln>
              <a:noFill/>
            </a:ln>
          </p:spPr>
        </p:pic>
        <p:sp>
          <p:nvSpPr>
            <p:cNvPr id="1086" name="Google Shape;1086;p24"/>
            <p:cNvSpPr/>
            <p:nvPr/>
          </p:nvSpPr>
          <p:spPr>
            <a:xfrm>
              <a:off x="363250" y="46677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24"/>
            <p:cNvSpPr/>
            <p:nvPr/>
          </p:nvSpPr>
          <p:spPr>
            <a:xfrm>
              <a:off x="941424" y="47243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24"/>
            <p:cNvSpPr/>
            <p:nvPr/>
          </p:nvSpPr>
          <p:spPr>
            <a:xfrm>
              <a:off x="820562" y="49581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24"/>
            <p:cNvSpPr/>
            <p:nvPr/>
          </p:nvSpPr>
          <p:spPr>
            <a:xfrm>
              <a:off x="1299000" y="4608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24"/>
            <p:cNvSpPr/>
            <p:nvPr/>
          </p:nvSpPr>
          <p:spPr>
            <a:xfrm rot="5400000">
              <a:off x="447539" y="31337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1" name="Google Shape;1091;p24"/>
            <p:cNvGrpSpPr/>
            <p:nvPr/>
          </p:nvGrpSpPr>
          <p:grpSpPr>
            <a:xfrm>
              <a:off x="736485" y="4387072"/>
              <a:ext cx="161977" cy="161940"/>
              <a:chOff x="1101075" y="2142375"/>
              <a:chExt cx="439200" cy="439100"/>
            </a:xfrm>
          </p:grpSpPr>
          <p:sp>
            <p:nvSpPr>
              <p:cNvPr id="1092" name="Google Shape;1092;p24"/>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24"/>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4" name="Google Shape;1094;p24"/>
            <p:cNvGrpSpPr/>
            <p:nvPr/>
          </p:nvGrpSpPr>
          <p:grpSpPr>
            <a:xfrm rot="10800000">
              <a:off x="2118901" y="4805293"/>
              <a:ext cx="161977" cy="161940"/>
              <a:chOff x="1101075" y="2142375"/>
              <a:chExt cx="439200" cy="439100"/>
            </a:xfrm>
          </p:grpSpPr>
          <p:sp>
            <p:nvSpPr>
              <p:cNvPr id="1095" name="Google Shape;1095;p24"/>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24"/>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97" name="Google Shape;1097;p24"/>
          <p:cNvGrpSpPr/>
          <p:nvPr/>
        </p:nvGrpSpPr>
        <p:grpSpPr>
          <a:xfrm>
            <a:off x="-515563" y="-797996"/>
            <a:ext cx="1433417" cy="2584783"/>
            <a:chOff x="-363163" y="-645596"/>
            <a:chExt cx="1433417" cy="2584783"/>
          </a:xfrm>
        </p:grpSpPr>
        <p:grpSp>
          <p:nvGrpSpPr>
            <p:cNvPr id="1098" name="Google Shape;1098;p24"/>
            <p:cNvGrpSpPr/>
            <p:nvPr/>
          </p:nvGrpSpPr>
          <p:grpSpPr>
            <a:xfrm rot="10800000">
              <a:off x="-64595" y="-645596"/>
              <a:ext cx="1134849" cy="2370191"/>
              <a:chOff x="-575575" y="3685599"/>
              <a:chExt cx="1421048" cy="2967932"/>
            </a:xfrm>
          </p:grpSpPr>
          <p:sp>
            <p:nvSpPr>
              <p:cNvPr id="1099" name="Google Shape;1099;p24"/>
              <p:cNvSpPr/>
              <p:nvPr/>
            </p:nvSpPr>
            <p:spPr>
              <a:xfrm>
                <a:off x="-575575" y="36855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24"/>
              <p:cNvSpPr/>
              <p:nvPr/>
            </p:nvSpPr>
            <p:spPr>
              <a:xfrm rot="10800000">
                <a:off x="-575573" y="3820175"/>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01" name="Google Shape;1101;p24"/>
            <p:cNvSpPr/>
            <p:nvPr/>
          </p:nvSpPr>
          <p:spPr>
            <a:xfrm>
              <a:off x="0" y="361650"/>
              <a:ext cx="581991" cy="575861"/>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24"/>
            <p:cNvSpPr/>
            <p:nvPr/>
          </p:nvSpPr>
          <p:spPr>
            <a:xfrm>
              <a:off x="131225" y="0"/>
              <a:ext cx="581991" cy="575861"/>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03" name="Google Shape;1103;p24"/>
            <p:cNvGrpSpPr/>
            <p:nvPr/>
          </p:nvGrpSpPr>
          <p:grpSpPr>
            <a:xfrm rot="-2700000" flipH="1">
              <a:off x="-216370" y="1084101"/>
              <a:ext cx="708093" cy="708493"/>
              <a:chOff x="3678700" y="407275"/>
              <a:chExt cx="708100" cy="708500"/>
            </a:xfrm>
          </p:grpSpPr>
          <p:sp>
            <p:nvSpPr>
              <p:cNvPr id="1104" name="Google Shape;1104;p24"/>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24"/>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24"/>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24"/>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24"/>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24"/>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24"/>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164"/>
        <p:cNvGrpSpPr/>
        <p:nvPr/>
      </p:nvGrpSpPr>
      <p:grpSpPr>
        <a:xfrm>
          <a:off x="0" y="0"/>
          <a:ext cx="0" cy="0"/>
          <a:chOff x="0" y="0"/>
          <a:chExt cx="0" cy="0"/>
        </a:xfrm>
      </p:grpSpPr>
      <p:sp>
        <p:nvSpPr>
          <p:cNvPr id="1165" name="Google Shape;1165;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66" name="Google Shape;1166;p26"/>
          <p:cNvSpPr txBox="1">
            <a:spLocks noGrp="1"/>
          </p:cNvSpPr>
          <p:nvPr>
            <p:ph type="subTitle" idx="1"/>
          </p:nvPr>
        </p:nvSpPr>
        <p:spPr>
          <a:xfrm>
            <a:off x="1804750" y="1935218"/>
            <a:ext cx="2102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67" name="Google Shape;1167;p26"/>
          <p:cNvSpPr txBox="1">
            <a:spLocks noGrp="1"/>
          </p:cNvSpPr>
          <p:nvPr>
            <p:ph type="subTitle" idx="2"/>
          </p:nvPr>
        </p:nvSpPr>
        <p:spPr>
          <a:xfrm>
            <a:off x="5237152" y="1935218"/>
            <a:ext cx="2102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68" name="Google Shape;1168;p26"/>
          <p:cNvSpPr txBox="1">
            <a:spLocks noGrp="1"/>
          </p:cNvSpPr>
          <p:nvPr>
            <p:ph type="subTitle" idx="3"/>
          </p:nvPr>
        </p:nvSpPr>
        <p:spPr>
          <a:xfrm>
            <a:off x="1804750" y="3561374"/>
            <a:ext cx="2102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69" name="Google Shape;1169;p26"/>
          <p:cNvSpPr txBox="1">
            <a:spLocks noGrp="1"/>
          </p:cNvSpPr>
          <p:nvPr>
            <p:ph type="subTitle" idx="4"/>
          </p:nvPr>
        </p:nvSpPr>
        <p:spPr>
          <a:xfrm>
            <a:off x="5237152" y="3561374"/>
            <a:ext cx="2102100" cy="665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70" name="Google Shape;1170;p26"/>
          <p:cNvSpPr txBox="1">
            <a:spLocks noGrp="1"/>
          </p:cNvSpPr>
          <p:nvPr>
            <p:ph type="subTitle" idx="5"/>
          </p:nvPr>
        </p:nvSpPr>
        <p:spPr>
          <a:xfrm>
            <a:off x="1804750" y="1605775"/>
            <a:ext cx="21021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71" name="Google Shape;1171;p26"/>
          <p:cNvSpPr txBox="1">
            <a:spLocks noGrp="1"/>
          </p:cNvSpPr>
          <p:nvPr>
            <p:ph type="subTitle" idx="6"/>
          </p:nvPr>
        </p:nvSpPr>
        <p:spPr>
          <a:xfrm>
            <a:off x="5237150" y="1605775"/>
            <a:ext cx="21021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72" name="Google Shape;1172;p26"/>
          <p:cNvSpPr txBox="1">
            <a:spLocks noGrp="1"/>
          </p:cNvSpPr>
          <p:nvPr>
            <p:ph type="subTitle" idx="7"/>
          </p:nvPr>
        </p:nvSpPr>
        <p:spPr>
          <a:xfrm>
            <a:off x="1804750" y="3231981"/>
            <a:ext cx="21021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173" name="Google Shape;1173;p26"/>
          <p:cNvSpPr txBox="1">
            <a:spLocks noGrp="1"/>
          </p:cNvSpPr>
          <p:nvPr>
            <p:ph type="subTitle" idx="8"/>
          </p:nvPr>
        </p:nvSpPr>
        <p:spPr>
          <a:xfrm>
            <a:off x="5237150" y="3231981"/>
            <a:ext cx="2102100" cy="4056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1174" name="Google Shape;1174;p26"/>
          <p:cNvGrpSpPr/>
          <p:nvPr/>
        </p:nvGrpSpPr>
        <p:grpSpPr>
          <a:xfrm>
            <a:off x="-2902027" y="1271890"/>
            <a:ext cx="6191222" cy="6191222"/>
            <a:chOff x="-2825827" y="1271890"/>
            <a:chExt cx="6191222" cy="6191222"/>
          </a:xfrm>
        </p:grpSpPr>
        <p:pic>
          <p:nvPicPr>
            <p:cNvPr id="1175" name="Google Shape;1175;p26"/>
            <p:cNvPicPr preferRelativeResize="0"/>
            <p:nvPr/>
          </p:nvPicPr>
          <p:blipFill rotWithShape="1">
            <a:blip r:embed="rId2">
              <a:alphaModFix/>
            </a:blip>
            <a:srcRect l="16960" t="24718" r="7121" b="26177"/>
            <a:stretch/>
          </p:blipFill>
          <p:spPr>
            <a:xfrm>
              <a:off x="-680950" y="3866725"/>
              <a:ext cx="2441950" cy="1863749"/>
            </a:xfrm>
            <a:prstGeom prst="rect">
              <a:avLst/>
            </a:prstGeom>
            <a:noFill/>
            <a:ln>
              <a:noFill/>
            </a:ln>
          </p:spPr>
        </p:pic>
        <p:grpSp>
          <p:nvGrpSpPr>
            <p:cNvPr id="1176" name="Google Shape;1176;p26"/>
            <p:cNvGrpSpPr/>
            <p:nvPr/>
          </p:nvGrpSpPr>
          <p:grpSpPr>
            <a:xfrm>
              <a:off x="-2825827" y="1271890"/>
              <a:ext cx="6191222" cy="6191222"/>
              <a:chOff x="-2825827" y="1271890"/>
              <a:chExt cx="6191222" cy="6191222"/>
            </a:xfrm>
          </p:grpSpPr>
          <p:sp>
            <p:nvSpPr>
              <p:cNvPr id="1177" name="Google Shape;1177;p26"/>
              <p:cNvSpPr/>
              <p:nvPr/>
            </p:nvSpPr>
            <p:spPr>
              <a:xfrm rot="2700000" flipH="1">
                <a:off x="-1733384" y="1992813"/>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26"/>
              <p:cNvSpPr/>
              <p:nvPr/>
            </p:nvSpPr>
            <p:spPr>
              <a:xfrm rot="2700000" flipH="1">
                <a:off x="-1192832" y="2500186"/>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79" name="Google Shape;1179;p26"/>
              <p:cNvGrpSpPr/>
              <p:nvPr/>
            </p:nvGrpSpPr>
            <p:grpSpPr>
              <a:xfrm rot="10800000">
                <a:off x="384881" y="3042905"/>
                <a:ext cx="134100" cy="134100"/>
                <a:chOff x="-1999139" y="3143772"/>
                <a:chExt cx="134100" cy="134100"/>
              </a:xfrm>
            </p:grpSpPr>
            <p:sp>
              <p:nvSpPr>
                <p:cNvPr id="1180" name="Google Shape;1180;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2" name="Google Shape;1182;p26"/>
              <p:cNvGrpSpPr/>
              <p:nvPr/>
            </p:nvGrpSpPr>
            <p:grpSpPr>
              <a:xfrm rot="10800000">
                <a:off x="146106" y="3710980"/>
                <a:ext cx="134100" cy="134100"/>
                <a:chOff x="-1999139" y="3143772"/>
                <a:chExt cx="134100" cy="134100"/>
              </a:xfrm>
            </p:grpSpPr>
            <p:sp>
              <p:nvSpPr>
                <p:cNvPr id="1183" name="Google Shape;1183;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5" name="Google Shape;1185;p26"/>
              <p:cNvGrpSpPr/>
              <p:nvPr/>
            </p:nvGrpSpPr>
            <p:grpSpPr>
              <a:xfrm>
                <a:off x="-102297" y="3780153"/>
                <a:ext cx="939901" cy="2449421"/>
                <a:chOff x="-102297" y="3780153"/>
                <a:chExt cx="939901" cy="2449421"/>
              </a:xfrm>
            </p:grpSpPr>
            <p:sp>
              <p:nvSpPr>
                <p:cNvPr id="1186" name="Google Shape;1186;p26"/>
                <p:cNvSpPr/>
                <p:nvPr/>
              </p:nvSpPr>
              <p:spPr>
                <a:xfrm rot="10800000">
                  <a:off x="260154" y="4254866"/>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26"/>
                <p:cNvSpPr/>
                <p:nvPr/>
              </p:nvSpPr>
              <p:spPr>
                <a:xfrm rot="10800000">
                  <a:off x="-102297" y="3780153"/>
                  <a:ext cx="687411" cy="2086997"/>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8" name="Google Shape;1188;p26"/>
                <p:cNvGrpSpPr/>
                <p:nvPr/>
              </p:nvGrpSpPr>
              <p:grpSpPr>
                <a:xfrm rot="10800000">
                  <a:off x="532825" y="5492502"/>
                  <a:ext cx="134004" cy="134004"/>
                  <a:chOff x="8356813" y="1074288"/>
                  <a:chExt cx="351900" cy="351900"/>
                </a:xfrm>
              </p:grpSpPr>
              <p:sp>
                <p:nvSpPr>
                  <p:cNvPr id="1189" name="Google Shape;1189;p26"/>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26"/>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grpSp>
        <p:nvGrpSpPr>
          <p:cNvPr id="1191" name="Google Shape;1191;p26"/>
          <p:cNvGrpSpPr/>
          <p:nvPr/>
        </p:nvGrpSpPr>
        <p:grpSpPr>
          <a:xfrm>
            <a:off x="5650173" y="-1036475"/>
            <a:ext cx="6191222" cy="6865137"/>
            <a:chOff x="5497773" y="-1036475"/>
            <a:chExt cx="6191222" cy="6865137"/>
          </a:xfrm>
        </p:grpSpPr>
        <p:grpSp>
          <p:nvGrpSpPr>
            <p:cNvPr id="1192" name="Google Shape;1192;p26"/>
            <p:cNvGrpSpPr/>
            <p:nvPr/>
          </p:nvGrpSpPr>
          <p:grpSpPr>
            <a:xfrm>
              <a:off x="5497773" y="-362560"/>
              <a:ext cx="6191222" cy="6191222"/>
              <a:chOff x="5584373" y="-362560"/>
              <a:chExt cx="6191222" cy="6191222"/>
            </a:xfrm>
          </p:grpSpPr>
          <p:grpSp>
            <p:nvGrpSpPr>
              <p:cNvPr id="1193" name="Google Shape;1193;p26"/>
              <p:cNvGrpSpPr/>
              <p:nvPr/>
            </p:nvGrpSpPr>
            <p:grpSpPr>
              <a:xfrm>
                <a:off x="5584373" y="-362560"/>
                <a:ext cx="6191222" cy="6191222"/>
                <a:chOff x="5443673" y="-405860"/>
                <a:chExt cx="6191222" cy="6191222"/>
              </a:xfrm>
            </p:grpSpPr>
            <p:sp>
              <p:nvSpPr>
                <p:cNvPr id="1194" name="Google Shape;1194;p26"/>
                <p:cNvSpPr/>
                <p:nvPr/>
              </p:nvSpPr>
              <p:spPr>
                <a:xfrm rot="-8100000" flipH="1">
                  <a:off x="6536116" y="315063"/>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26"/>
                <p:cNvSpPr/>
                <p:nvPr/>
              </p:nvSpPr>
              <p:spPr>
                <a:xfrm rot="-8100000" flipH="1">
                  <a:off x="7076657" y="1499343"/>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26"/>
                <p:cNvSpPr/>
                <p:nvPr/>
              </p:nvSpPr>
              <p:spPr>
                <a:xfrm>
                  <a:off x="8301511" y="-335348"/>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26"/>
                <p:cNvSpPr/>
                <p:nvPr/>
              </p:nvSpPr>
              <p:spPr>
                <a:xfrm>
                  <a:off x="8554000" y="27076"/>
                  <a:ext cx="687411" cy="2086997"/>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8" name="Google Shape;1198;p26"/>
              <p:cNvGrpSpPr/>
              <p:nvPr/>
            </p:nvGrpSpPr>
            <p:grpSpPr>
              <a:xfrm>
                <a:off x="8430786" y="3923547"/>
                <a:ext cx="134100" cy="134100"/>
                <a:chOff x="-1999139" y="3143772"/>
                <a:chExt cx="134100" cy="134100"/>
              </a:xfrm>
            </p:grpSpPr>
            <p:sp>
              <p:nvSpPr>
                <p:cNvPr id="1199" name="Google Shape;1199;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1" name="Google Shape;1201;p26"/>
              <p:cNvGrpSpPr/>
              <p:nvPr/>
            </p:nvGrpSpPr>
            <p:grpSpPr>
              <a:xfrm>
                <a:off x="8669561" y="3255472"/>
                <a:ext cx="134100" cy="134100"/>
                <a:chOff x="-1999139" y="3143772"/>
                <a:chExt cx="134100" cy="134100"/>
              </a:xfrm>
            </p:grpSpPr>
            <p:sp>
              <p:nvSpPr>
                <p:cNvPr id="1202" name="Google Shape;1202;p26"/>
                <p:cNvSpPr/>
                <p:nvPr/>
              </p:nvSpPr>
              <p:spPr>
                <a:xfrm>
                  <a:off x="-1999139" y="3143772"/>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4" name="Google Shape;1204;p26"/>
              <p:cNvGrpSpPr/>
              <p:nvPr/>
            </p:nvGrpSpPr>
            <p:grpSpPr>
              <a:xfrm>
                <a:off x="8612986" y="311022"/>
                <a:ext cx="134004" cy="134004"/>
                <a:chOff x="8356813" y="1074288"/>
                <a:chExt cx="351900" cy="351900"/>
              </a:xfrm>
            </p:grpSpPr>
            <p:sp>
              <p:nvSpPr>
                <p:cNvPr id="1205" name="Google Shape;1205;p26"/>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6"/>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1207" name="Google Shape;1207;p26"/>
            <p:cNvPicPr preferRelativeResize="0"/>
            <p:nvPr/>
          </p:nvPicPr>
          <p:blipFill rotWithShape="1">
            <a:blip r:embed="rId2">
              <a:alphaModFix/>
            </a:blip>
            <a:srcRect l="16960" t="24718" r="7121" b="26177"/>
            <a:stretch/>
          </p:blipFill>
          <p:spPr>
            <a:xfrm>
              <a:off x="6929350" y="-1036475"/>
              <a:ext cx="2441950" cy="1863749"/>
            </a:xfrm>
            <a:prstGeom prst="rect">
              <a:avLst/>
            </a:prstGeom>
            <a:noFill/>
            <a:ln>
              <a:noFill/>
            </a:ln>
          </p:spPr>
        </p:pic>
      </p:grpSp>
      <p:grpSp>
        <p:nvGrpSpPr>
          <p:cNvPr id="1208" name="Google Shape;1208;p26"/>
          <p:cNvGrpSpPr/>
          <p:nvPr/>
        </p:nvGrpSpPr>
        <p:grpSpPr>
          <a:xfrm>
            <a:off x="3983988" y="4933175"/>
            <a:ext cx="667916" cy="439200"/>
            <a:chOff x="3983988" y="4933175"/>
            <a:chExt cx="667916" cy="439200"/>
          </a:xfrm>
        </p:grpSpPr>
        <p:grpSp>
          <p:nvGrpSpPr>
            <p:cNvPr id="1209" name="Google Shape;1209;p26"/>
            <p:cNvGrpSpPr/>
            <p:nvPr/>
          </p:nvGrpSpPr>
          <p:grpSpPr>
            <a:xfrm rot="5400000">
              <a:off x="3983938" y="4933225"/>
              <a:ext cx="439200" cy="439100"/>
              <a:chOff x="1101075" y="2142375"/>
              <a:chExt cx="439200" cy="439100"/>
            </a:xfrm>
          </p:grpSpPr>
          <p:sp>
            <p:nvSpPr>
              <p:cNvPr id="1210" name="Google Shape;1210;p2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2" name="Google Shape;1212;p26"/>
            <p:cNvGrpSpPr/>
            <p:nvPr/>
          </p:nvGrpSpPr>
          <p:grpSpPr>
            <a:xfrm rot="5400000">
              <a:off x="4423062" y="5038369"/>
              <a:ext cx="228867" cy="228815"/>
              <a:chOff x="1101075" y="2142375"/>
              <a:chExt cx="439200" cy="439100"/>
            </a:xfrm>
          </p:grpSpPr>
          <p:sp>
            <p:nvSpPr>
              <p:cNvPr id="1213" name="Google Shape;1213;p26"/>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26"/>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339"/>
        <p:cNvGrpSpPr/>
        <p:nvPr/>
      </p:nvGrpSpPr>
      <p:grpSpPr>
        <a:xfrm>
          <a:off x="0" y="0"/>
          <a:ext cx="0" cy="0"/>
          <a:chOff x="0" y="0"/>
          <a:chExt cx="0" cy="0"/>
        </a:xfrm>
      </p:grpSpPr>
      <p:grpSp>
        <p:nvGrpSpPr>
          <p:cNvPr id="1340" name="Google Shape;1340;p30"/>
          <p:cNvGrpSpPr/>
          <p:nvPr/>
        </p:nvGrpSpPr>
        <p:grpSpPr>
          <a:xfrm>
            <a:off x="-623241" y="3925887"/>
            <a:ext cx="2833357" cy="1517787"/>
            <a:chOff x="-623241" y="3849687"/>
            <a:chExt cx="2833357" cy="1517787"/>
          </a:xfrm>
        </p:grpSpPr>
        <p:grpSp>
          <p:nvGrpSpPr>
            <p:cNvPr id="1341" name="Google Shape;1341;p30"/>
            <p:cNvGrpSpPr/>
            <p:nvPr/>
          </p:nvGrpSpPr>
          <p:grpSpPr>
            <a:xfrm rot="5400000">
              <a:off x="-879113" y="4155104"/>
              <a:ext cx="1517787" cy="906953"/>
              <a:chOff x="-55500" y="4835979"/>
              <a:chExt cx="1517787" cy="906953"/>
            </a:xfrm>
          </p:grpSpPr>
          <p:sp>
            <p:nvSpPr>
              <p:cNvPr id="1342" name="Google Shape;1342;p30"/>
              <p:cNvSpPr/>
              <p:nvPr/>
            </p:nvSpPr>
            <p:spPr>
              <a:xfrm>
                <a:off x="-55500" y="48951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30"/>
              <p:cNvSpPr/>
              <p:nvPr/>
            </p:nvSpPr>
            <p:spPr>
              <a:xfrm>
                <a:off x="522674" y="49517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30"/>
              <p:cNvSpPr/>
              <p:nvPr/>
            </p:nvSpPr>
            <p:spPr>
              <a:xfrm>
                <a:off x="401812" y="5185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30"/>
              <p:cNvSpPr/>
              <p:nvPr/>
            </p:nvSpPr>
            <p:spPr>
              <a:xfrm>
                <a:off x="880250" y="48359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6" name="Google Shape;1346;p30"/>
            <p:cNvGrpSpPr/>
            <p:nvPr/>
          </p:nvGrpSpPr>
          <p:grpSpPr>
            <a:xfrm>
              <a:off x="-623241" y="3946426"/>
              <a:ext cx="2833357" cy="1421047"/>
              <a:chOff x="-677366" y="4067276"/>
              <a:chExt cx="2833357" cy="1421047"/>
            </a:xfrm>
          </p:grpSpPr>
          <p:sp>
            <p:nvSpPr>
              <p:cNvPr id="1347" name="Google Shape;1347;p30"/>
              <p:cNvSpPr/>
              <p:nvPr/>
            </p:nvSpPr>
            <p:spPr>
              <a:xfrm rot="5400000">
                <a:off x="28789" y="33611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48" name="Google Shape;1348;p30"/>
              <p:cNvGrpSpPr/>
              <p:nvPr/>
            </p:nvGrpSpPr>
            <p:grpSpPr>
              <a:xfrm>
                <a:off x="317735" y="4614472"/>
                <a:ext cx="161977" cy="161940"/>
                <a:chOff x="1101075" y="2142375"/>
                <a:chExt cx="439200" cy="439100"/>
              </a:xfrm>
            </p:grpSpPr>
            <p:sp>
              <p:nvSpPr>
                <p:cNvPr id="1349" name="Google Shape;1349;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1" name="Google Shape;1351;p30"/>
              <p:cNvGrpSpPr/>
              <p:nvPr/>
            </p:nvGrpSpPr>
            <p:grpSpPr>
              <a:xfrm rot="10800000">
                <a:off x="1700151" y="5032693"/>
                <a:ext cx="161977" cy="161940"/>
                <a:chOff x="1101075" y="2142375"/>
                <a:chExt cx="439200" cy="439100"/>
              </a:xfrm>
            </p:grpSpPr>
            <p:sp>
              <p:nvSpPr>
                <p:cNvPr id="1352" name="Google Shape;1352;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54" name="Google Shape;1354;p30"/>
            <p:cNvSpPr/>
            <p:nvPr/>
          </p:nvSpPr>
          <p:spPr>
            <a:xfrm rot="-5400000">
              <a:off x="289120" y="3696219"/>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5" name="Google Shape;1355;p30"/>
          <p:cNvGrpSpPr/>
          <p:nvPr/>
        </p:nvGrpSpPr>
        <p:grpSpPr>
          <a:xfrm>
            <a:off x="6323925" y="-1678249"/>
            <a:ext cx="4189199" cy="3065874"/>
            <a:chOff x="6171525" y="-1678249"/>
            <a:chExt cx="4189199" cy="3065874"/>
          </a:xfrm>
        </p:grpSpPr>
        <p:sp>
          <p:nvSpPr>
            <p:cNvPr id="1356" name="Google Shape;1356;p30"/>
            <p:cNvSpPr/>
            <p:nvPr/>
          </p:nvSpPr>
          <p:spPr>
            <a:xfrm rot="-5400000">
              <a:off x="6808863" y="-808395"/>
              <a:ext cx="1558682"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57" name="Google Shape;1357;p30"/>
            <p:cNvPicPr preferRelativeResize="0"/>
            <p:nvPr/>
          </p:nvPicPr>
          <p:blipFill rotWithShape="1">
            <a:blip r:embed="rId2">
              <a:alphaModFix/>
            </a:blip>
            <a:srcRect l="16960" t="24718" r="7121" b="26177"/>
            <a:stretch/>
          </p:blipFill>
          <p:spPr>
            <a:xfrm>
              <a:off x="6587425" y="-1678249"/>
              <a:ext cx="3773299" cy="2879876"/>
            </a:xfrm>
            <a:prstGeom prst="rect">
              <a:avLst/>
            </a:prstGeom>
            <a:noFill/>
            <a:ln>
              <a:noFill/>
            </a:ln>
          </p:spPr>
        </p:pic>
        <p:sp>
          <p:nvSpPr>
            <p:cNvPr id="1358" name="Google Shape;1358;p30"/>
            <p:cNvSpPr/>
            <p:nvPr/>
          </p:nvSpPr>
          <p:spPr>
            <a:xfrm>
              <a:off x="8292929" y="-80469"/>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9" name="Google Shape;1359;p30"/>
            <p:cNvGrpSpPr/>
            <p:nvPr/>
          </p:nvGrpSpPr>
          <p:grpSpPr>
            <a:xfrm rot="-2700000">
              <a:off x="8302147" y="61289"/>
              <a:ext cx="582044" cy="582419"/>
              <a:chOff x="959750" y="3039275"/>
              <a:chExt cx="582050" cy="582425"/>
            </a:xfrm>
          </p:grpSpPr>
          <p:sp>
            <p:nvSpPr>
              <p:cNvPr id="1360" name="Google Shape;1360;p3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3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3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3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3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3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7" name="Google Shape;1367;p30"/>
            <p:cNvGrpSpPr/>
            <p:nvPr/>
          </p:nvGrpSpPr>
          <p:grpSpPr>
            <a:xfrm rot="-2700000">
              <a:off x="8551447" y="61289"/>
              <a:ext cx="582044" cy="582419"/>
              <a:chOff x="959750" y="3039275"/>
              <a:chExt cx="582050" cy="582425"/>
            </a:xfrm>
          </p:grpSpPr>
          <p:sp>
            <p:nvSpPr>
              <p:cNvPr id="1368" name="Google Shape;1368;p3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3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3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3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3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3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3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75" name="Google Shape;1375;p30"/>
          <p:cNvGrpSpPr/>
          <p:nvPr/>
        </p:nvGrpSpPr>
        <p:grpSpPr>
          <a:xfrm rot="2700000">
            <a:off x="8945322" y="2352177"/>
            <a:ext cx="439196" cy="439096"/>
            <a:chOff x="1101075" y="2142375"/>
            <a:chExt cx="439200" cy="439100"/>
          </a:xfrm>
        </p:grpSpPr>
        <p:sp>
          <p:nvSpPr>
            <p:cNvPr id="1376" name="Google Shape;1376;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CUSTOM_9_1">
    <p:bg>
      <p:bgPr>
        <a:solidFill>
          <a:schemeClr val="dk2"/>
        </a:solidFill>
        <a:effectLst/>
      </p:bgPr>
    </p:bg>
    <p:spTree>
      <p:nvGrpSpPr>
        <p:cNvPr id="1" name="Shape 1378"/>
        <p:cNvGrpSpPr/>
        <p:nvPr/>
      </p:nvGrpSpPr>
      <p:grpSpPr>
        <a:xfrm>
          <a:off x="0" y="0"/>
          <a:ext cx="0" cy="0"/>
          <a:chOff x="0" y="0"/>
          <a:chExt cx="0" cy="0"/>
        </a:xfrm>
      </p:grpSpPr>
      <p:grpSp>
        <p:nvGrpSpPr>
          <p:cNvPr id="1379" name="Google Shape;1379;p31"/>
          <p:cNvGrpSpPr/>
          <p:nvPr/>
        </p:nvGrpSpPr>
        <p:grpSpPr>
          <a:xfrm>
            <a:off x="8332551" y="-7"/>
            <a:ext cx="2386151" cy="3293873"/>
            <a:chOff x="8256351" y="-7"/>
            <a:chExt cx="2386151" cy="3293873"/>
          </a:xfrm>
        </p:grpSpPr>
        <p:pic>
          <p:nvPicPr>
            <p:cNvPr id="1380" name="Google Shape;1380;p31"/>
            <p:cNvPicPr preferRelativeResize="0"/>
            <p:nvPr/>
          </p:nvPicPr>
          <p:blipFill rotWithShape="1">
            <a:blip r:embed="rId2">
              <a:alphaModFix/>
            </a:blip>
            <a:srcRect l="16960" t="24718" r="7121" b="26177"/>
            <a:stretch/>
          </p:blipFill>
          <p:spPr>
            <a:xfrm rot="5400000">
              <a:off x="7886227" y="537590"/>
              <a:ext cx="3126400" cy="2386151"/>
            </a:xfrm>
            <a:prstGeom prst="rect">
              <a:avLst/>
            </a:prstGeom>
            <a:noFill/>
            <a:ln>
              <a:noFill/>
            </a:ln>
          </p:spPr>
        </p:pic>
        <p:grpSp>
          <p:nvGrpSpPr>
            <p:cNvPr id="1381" name="Google Shape;1381;p31"/>
            <p:cNvGrpSpPr/>
            <p:nvPr/>
          </p:nvGrpSpPr>
          <p:grpSpPr>
            <a:xfrm rot="10800000">
              <a:off x="8452444" y="-7"/>
              <a:ext cx="325154" cy="1788670"/>
              <a:chOff x="8869019" y="-622132"/>
              <a:chExt cx="325154" cy="1788670"/>
            </a:xfrm>
          </p:grpSpPr>
          <p:sp>
            <p:nvSpPr>
              <p:cNvPr id="1382" name="Google Shape;1382;p31"/>
              <p:cNvSpPr/>
              <p:nvPr/>
            </p:nvSpPr>
            <p:spPr>
              <a:xfrm rot="10800000">
                <a:off x="8869019" y="-622132"/>
                <a:ext cx="246869" cy="1703243"/>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3" name="Google Shape;1383;p31"/>
              <p:cNvGrpSpPr/>
              <p:nvPr/>
            </p:nvGrpSpPr>
            <p:grpSpPr>
              <a:xfrm rot="1800062">
                <a:off x="9035610" y="1007995"/>
                <a:ext cx="134040" cy="134009"/>
                <a:chOff x="1101075" y="2142375"/>
                <a:chExt cx="439200" cy="439100"/>
              </a:xfrm>
            </p:grpSpPr>
            <p:sp>
              <p:nvSpPr>
                <p:cNvPr id="1384" name="Google Shape;1384;p3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3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386" name="Google Shape;1386;p31"/>
          <p:cNvGrpSpPr/>
          <p:nvPr/>
        </p:nvGrpSpPr>
        <p:grpSpPr>
          <a:xfrm>
            <a:off x="-213525" y="171225"/>
            <a:ext cx="439200" cy="439100"/>
            <a:chOff x="1101075" y="2142375"/>
            <a:chExt cx="439200" cy="439100"/>
          </a:xfrm>
        </p:grpSpPr>
        <p:sp>
          <p:nvSpPr>
            <p:cNvPr id="1387" name="Google Shape;1387;p3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3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9" name="Google Shape;1389;p31"/>
          <p:cNvGrpSpPr/>
          <p:nvPr/>
        </p:nvGrpSpPr>
        <p:grpSpPr>
          <a:xfrm>
            <a:off x="-1262974" y="3161328"/>
            <a:ext cx="4822591" cy="2934500"/>
            <a:chOff x="-1186774" y="3161328"/>
            <a:chExt cx="4822591" cy="2934500"/>
          </a:xfrm>
        </p:grpSpPr>
        <p:pic>
          <p:nvPicPr>
            <p:cNvPr id="1390" name="Google Shape;1390;p31"/>
            <p:cNvPicPr preferRelativeResize="0"/>
            <p:nvPr/>
          </p:nvPicPr>
          <p:blipFill rotWithShape="1">
            <a:blip r:embed="rId2">
              <a:alphaModFix/>
            </a:blip>
            <a:srcRect l="16960" t="24718" r="7121" b="26177"/>
            <a:stretch/>
          </p:blipFill>
          <p:spPr>
            <a:xfrm rot="5400000">
              <a:off x="-1534175" y="3508728"/>
              <a:ext cx="2934500" cy="2239699"/>
            </a:xfrm>
            <a:prstGeom prst="rect">
              <a:avLst/>
            </a:prstGeom>
            <a:noFill/>
            <a:ln>
              <a:noFill/>
            </a:ln>
          </p:spPr>
        </p:pic>
        <p:sp>
          <p:nvSpPr>
            <p:cNvPr id="1391" name="Google Shape;1391;p31"/>
            <p:cNvSpPr/>
            <p:nvPr/>
          </p:nvSpPr>
          <p:spPr>
            <a:xfrm rot="-5400000">
              <a:off x="-184180" y="3596444"/>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92" name="Google Shape;1392;p31"/>
            <p:cNvGrpSpPr/>
            <p:nvPr/>
          </p:nvGrpSpPr>
          <p:grpSpPr>
            <a:xfrm>
              <a:off x="58899" y="4608583"/>
              <a:ext cx="604346" cy="657081"/>
              <a:chOff x="58899" y="4608583"/>
              <a:chExt cx="604346" cy="657081"/>
            </a:xfrm>
          </p:grpSpPr>
          <p:grpSp>
            <p:nvGrpSpPr>
              <p:cNvPr id="1393" name="Google Shape;1393;p31"/>
              <p:cNvGrpSpPr/>
              <p:nvPr/>
            </p:nvGrpSpPr>
            <p:grpSpPr>
              <a:xfrm rot="10800000">
                <a:off x="58899" y="4608583"/>
                <a:ext cx="328346" cy="328531"/>
                <a:chOff x="3678700" y="407275"/>
                <a:chExt cx="708100" cy="708500"/>
              </a:xfrm>
            </p:grpSpPr>
            <p:sp>
              <p:nvSpPr>
                <p:cNvPr id="1394" name="Google Shape;1394;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1" name="Google Shape;1401;p31"/>
              <p:cNvGrpSpPr/>
              <p:nvPr/>
            </p:nvGrpSpPr>
            <p:grpSpPr>
              <a:xfrm rot="10800000">
                <a:off x="334899" y="4608583"/>
                <a:ext cx="328346" cy="328531"/>
                <a:chOff x="3678700" y="407275"/>
                <a:chExt cx="708100" cy="708500"/>
              </a:xfrm>
            </p:grpSpPr>
            <p:sp>
              <p:nvSpPr>
                <p:cNvPr id="1402" name="Google Shape;1402;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9" name="Google Shape;1409;p31"/>
              <p:cNvGrpSpPr/>
              <p:nvPr/>
            </p:nvGrpSpPr>
            <p:grpSpPr>
              <a:xfrm rot="10800000">
                <a:off x="282574" y="4937133"/>
                <a:ext cx="328346" cy="328531"/>
                <a:chOff x="3678700" y="407275"/>
                <a:chExt cx="708100" cy="708500"/>
              </a:xfrm>
            </p:grpSpPr>
            <p:sp>
              <p:nvSpPr>
                <p:cNvPr id="1410" name="Google Shape;1410;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17" name="Google Shape;1417;p31"/>
            <p:cNvGrpSpPr/>
            <p:nvPr/>
          </p:nvGrpSpPr>
          <p:grpSpPr>
            <a:xfrm>
              <a:off x="-923150" y="4796551"/>
              <a:ext cx="4558967" cy="134100"/>
              <a:chOff x="796100" y="3019701"/>
              <a:chExt cx="4558967" cy="134100"/>
            </a:xfrm>
          </p:grpSpPr>
          <p:sp>
            <p:nvSpPr>
              <p:cNvPr id="1418" name="Google Shape;1418;p31"/>
              <p:cNvSpPr/>
              <p:nvPr/>
            </p:nvSpPr>
            <p:spPr>
              <a:xfrm>
                <a:off x="5220967" y="3019701"/>
                <a:ext cx="134100" cy="1341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19" name="Google Shape;1419;p31"/>
              <p:cNvCxnSpPr/>
              <p:nvPr/>
            </p:nvCxnSpPr>
            <p:spPr>
              <a:xfrm>
                <a:off x="796100" y="3086750"/>
                <a:ext cx="4462800" cy="0"/>
              </a:xfrm>
              <a:prstGeom prst="straightConnector1">
                <a:avLst/>
              </a:prstGeom>
              <a:noFill/>
              <a:ln w="9525" cap="flat" cmpd="sng">
                <a:solidFill>
                  <a:schemeClr val="lt1"/>
                </a:solidFill>
                <a:prstDash val="solid"/>
                <a:round/>
                <a:headEnd type="none" w="med" len="med"/>
                <a:tailEnd type="none" w="med" len="med"/>
              </a:ln>
            </p:spPr>
          </p:cxnSp>
          <p:sp>
            <p:nvSpPr>
              <p:cNvPr id="1420" name="Google Shape;1420;p31"/>
              <p:cNvSpPr/>
              <p:nvPr/>
            </p:nvSpPr>
            <p:spPr>
              <a:xfrm>
                <a:off x="5251079" y="3049843"/>
                <a:ext cx="73800" cy="738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174"/>
        <p:cNvGrpSpPr/>
        <p:nvPr/>
      </p:nvGrpSpPr>
      <p:grpSpPr>
        <a:xfrm>
          <a:off x="0" y="0"/>
          <a:ext cx="0" cy="0"/>
          <a:chOff x="0" y="0"/>
          <a:chExt cx="0" cy="0"/>
        </a:xfrm>
      </p:grpSpPr>
      <p:sp>
        <p:nvSpPr>
          <p:cNvPr id="175" name="Google Shape;175;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76" name="Google Shape;176;p5"/>
          <p:cNvSpPr txBox="1">
            <a:spLocks noGrp="1"/>
          </p:cNvSpPr>
          <p:nvPr>
            <p:ph type="subTitle" idx="1"/>
          </p:nvPr>
        </p:nvSpPr>
        <p:spPr>
          <a:xfrm>
            <a:off x="4999903" y="2372500"/>
            <a:ext cx="2340300" cy="1320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77" name="Google Shape;177;p5"/>
          <p:cNvSpPr txBox="1">
            <a:spLocks noGrp="1"/>
          </p:cNvSpPr>
          <p:nvPr>
            <p:ph type="subTitle" idx="2"/>
          </p:nvPr>
        </p:nvSpPr>
        <p:spPr>
          <a:xfrm>
            <a:off x="1803800" y="2372500"/>
            <a:ext cx="2340300" cy="1320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78" name="Google Shape;178;p5"/>
          <p:cNvSpPr txBox="1">
            <a:spLocks noGrp="1"/>
          </p:cNvSpPr>
          <p:nvPr>
            <p:ph type="subTitle" idx="3"/>
          </p:nvPr>
        </p:nvSpPr>
        <p:spPr>
          <a:xfrm>
            <a:off x="4999908" y="2048488"/>
            <a:ext cx="23403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sp>
        <p:nvSpPr>
          <p:cNvPr id="179" name="Google Shape;179;p5"/>
          <p:cNvSpPr txBox="1">
            <a:spLocks noGrp="1"/>
          </p:cNvSpPr>
          <p:nvPr>
            <p:ph type="subTitle" idx="4"/>
          </p:nvPr>
        </p:nvSpPr>
        <p:spPr>
          <a:xfrm>
            <a:off x="1803800" y="2048488"/>
            <a:ext cx="2340300" cy="4023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IBM Plex Mono"/>
              <a:buNone/>
              <a:defRPr sz="2000" b="1">
                <a:latin typeface="IBM Plex Mono"/>
                <a:ea typeface="IBM Plex Mono"/>
                <a:cs typeface="IBM Plex Mono"/>
                <a:sym typeface="IBM Plex Mono"/>
              </a:defRPr>
            </a:lvl1pPr>
            <a:lvl2pPr lvl="1"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2pPr>
            <a:lvl3pPr lvl="2"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3pPr>
            <a:lvl4pPr lvl="3"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4pPr>
            <a:lvl5pPr lvl="4"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5pPr>
            <a:lvl6pPr lvl="5"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6pPr>
            <a:lvl7pPr lvl="6"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7pPr>
            <a:lvl8pPr lvl="7"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8pPr>
            <a:lvl9pPr lvl="8" algn="ctr" rtl="0">
              <a:lnSpc>
                <a:spcPct val="100000"/>
              </a:lnSpc>
              <a:spcBef>
                <a:spcPts val="0"/>
              </a:spcBef>
              <a:spcAft>
                <a:spcPts val="0"/>
              </a:spcAft>
              <a:buSzPts val="2400"/>
              <a:buFont typeface="IBM Plex Mono"/>
              <a:buNone/>
              <a:defRPr sz="2400" b="1">
                <a:latin typeface="IBM Plex Mono"/>
                <a:ea typeface="IBM Plex Mono"/>
                <a:cs typeface="IBM Plex Mono"/>
                <a:sym typeface="IBM Plex Mono"/>
              </a:defRPr>
            </a:lvl9pPr>
          </a:lstStyle>
          <a:p>
            <a:endParaRPr/>
          </a:p>
        </p:txBody>
      </p:sp>
      <p:grpSp>
        <p:nvGrpSpPr>
          <p:cNvPr id="180" name="Google Shape;180;p5"/>
          <p:cNvGrpSpPr/>
          <p:nvPr/>
        </p:nvGrpSpPr>
        <p:grpSpPr>
          <a:xfrm>
            <a:off x="7579113" y="-890399"/>
            <a:ext cx="2898275" cy="3032950"/>
            <a:chOff x="7198113" y="-890399"/>
            <a:chExt cx="2898275" cy="3032950"/>
          </a:xfrm>
        </p:grpSpPr>
        <p:pic>
          <p:nvPicPr>
            <p:cNvPr id="181" name="Google Shape;181;p5"/>
            <p:cNvPicPr preferRelativeResize="0"/>
            <p:nvPr/>
          </p:nvPicPr>
          <p:blipFill rotWithShape="1">
            <a:blip r:embed="rId2">
              <a:alphaModFix/>
            </a:blip>
            <a:srcRect l="16960" t="24718" r="7121" b="26177"/>
            <a:stretch/>
          </p:blipFill>
          <p:spPr>
            <a:xfrm rot="-5400000">
              <a:off x="7130775" y="-823062"/>
              <a:ext cx="3032950" cy="2898275"/>
            </a:xfrm>
            <a:prstGeom prst="rect">
              <a:avLst/>
            </a:prstGeom>
            <a:noFill/>
            <a:ln>
              <a:noFill/>
            </a:ln>
          </p:spPr>
        </p:pic>
        <p:grpSp>
          <p:nvGrpSpPr>
            <p:cNvPr id="182" name="Google Shape;182;p5"/>
            <p:cNvGrpSpPr/>
            <p:nvPr/>
          </p:nvGrpSpPr>
          <p:grpSpPr>
            <a:xfrm>
              <a:off x="8319318" y="-249682"/>
              <a:ext cx="1460040" cy="1171886"/>
              <a:chOff x="7945225" y="4302000"/>
              <a:chExt cx="904666" cy="726121"/>
            </a:xfrm>
          </p:grpSpPr>
          <p:sp>
            <p:nvSpPr>
              <p:cNvPr id="183" name="Google Shape;183;p5"/>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5"/>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5"/>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86" name="Google Shape;186;p5"/>
          <p:cNvGrpSpPr/>
          <p:nvPr/>
        </p:nvGrpSpPr>
        <p:grpSpPr>
          <a:xfrm>
            <a:off x="-613920" y="3693606"/>
            <a:ext cx="2048057" cy="2238804"/>
            <a:chOff x="-461520" y="3617406"/>
            <a:chExt cx="2048057" cy="2238804"/>
          </a:xfrm>
        </p:grpSpPr>
        <p:grpSp>
          <p:nvGrpSpPr>
            <p:cNvPr id="187" name="Google Shape;187;p5"/>
            <p:cNvGrpSpPr/>
            <p:nvPr/>
          </p:nvGrpSpPr>
          <p:grpSpPr>
            <a:xfrm>
              <a:off x="-461520" y="3617406"/>
              <a:ext cx="1916534" cy="2238804"/>
              <a:chOff x="-461520" y="3617406"/>
              <a:chExt cx="1916534" cy="2238804"/>
            </a:xfrm>
          </p:grpSpPr>
          <p:grpSp>
            <p:nvGrpSpPr>
              <p:cNvPr id="188" name="Google Shape;188;p5"/>
              <p:cNvGrpSpPr/>
              <p:nvPr/>
            </p:nvGrpSpPr>
            <p:grpSpPr>
              <a:xfrm flipH="1">
                <a:off x="-461520" y="4010132"/>
                <a:ext cx="1916534" cy="1538287"/>
                <a:chOff x="7945225" y="4302000"/>
                <a:chExt cx="904666" cy="726121"/>
              </a:xfrm>
            </p:grpSpPr>
            <p:sp>
              <p:nvSpPr>
                <p:cNvPr id="189" name="Google Shape;189;p5"/>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5"/>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5"/>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 name="Google Shape;192;p5"/>
              <p:cNvGrpSpPr/>
              <p:nvPr/>
            </p:nvGrpSpPr>
            <p:grpSpPr>
              <a:xfrm>
                <a:off x="-309885" y="3617406"/>
                <a:ext cx="1448824" cy="2238804"/>
                <a:chOff x="-309885" y="3617406"/>
                <a:chExt cx="1448824" cy="2238804"/>
              </a:xfrm>
            </p:grpSpPr>
            <p:grpSp>
              <p:nvGrpSpPr>
                <p:cNvPr id="193" name="Google Shape;193;p5"/>
                <p:cNvGrpSpPr/>
                <p:nvPr/>
              </p:nvGrpSpPr>
              <p:grpSpPr>
                <a:xfrm>
                  <a:off x="-277007" y="3870159"/>
                  <a:ext cx="981772" cy="1986051"/>
                  <a:chOff x="-293545" y="3454371"/>
                  <a:chExt cx="981772" cy="1986051"/>
                </a:xfrm>
              </p:grpSpPr>
              <p:sp>
                <p:nvSpPr>
                  <p:cNvPr id="194" name="Google Shape;194;p5"/>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5"/>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6" name="Google Shape;196;p5"/>
                <p:cNvGrpSpPr/>
                <p:nvPr/>
              </p:nvGrpSpPr>
              <p:grpSpPr>
                <a:xfrm>
                  <a:off x="363249" y="4906873"/>
                  <a:ext cx="699940" cy="478601"/>
                  <a:chOff x="39722" y="4349021"/>
                  <a:chExt cx="1061964" cy="726143"/>
                </a:xfrm>
              </p:grpSpPr>
              <p:grpSp>
                <p:nvGrpSpPr>
                  <p:cNvPr id="197" name="Google Shape;197;p5"/>
                  <p:cNvGrpSpPr/>
                  <p:nvPr/>
                </p:nvGrpSpPr>
                <p:grpSpPr>
                  <a:xfrm rot="2700000">
                    <a:off x="140502" y="4460924"/>
                    <a:ext cx="524584" cy="502337"/>
                    <a:chOff x="1189791" y="-1767331"/>
                    <a:chExt cx="904284" cy="865933"/>
                  </a:xfrm>
                </p:grpSpPr>
                <p:sp>
                  <p:nvSpPr>
                    <p:cNvPr id="198" name="Google Shape;198;p5"/>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9" name="Google Shape;199;p5"/>
                    <p:cNvGrpSpPr/>
                    <p:nvPr/>
                  </p:nvGrpSpPr>
                  <p:grpSpPr>
                    <a:xfrm>
                      <a:off x="1232795" y="-1740829"/>
                      <a:ext cx="717621" cy="717392"/>
                      <a:chOff x="1483457" y="3953671"/>
                      <a:chExt cx="717621" cy="717392"/>
                    </a:xfrm>
                  </p:grpSpPr>
                  <p:sp>
                    <p:nvSpPr>
                      <p:cNvPr id="200" name="Google Shape;200;p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05" name="Google Shape;205;p5"/>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6" name="Google Shape;206;p5"/>
                <p:cNvGrpSpPr/>
                <p:nvPr/>
              </p:nvGrpSpPr>
              <p:grpSpPr>
                <a:xfrm rot="-5400000">
                  <a:off x="-461873" y="3769393"/>
                  <a:ext cx="1351491" cy="1047516"/>
                  <a:chOff x="-2460210" y="2758493"/>
                  <a:chExt cx="1351491" cy="1047516"/>
                </a:xfrm>
              </p:grpSpPr>
              <p:sp>
                <p:nvSpPr>
                  <p:cNvPr id="207" name="Google Shape;207;p5"/>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5"/>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5"/>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5"/>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 name="Google Shape;211;p5"/>
                <p:cNvGrpSpPr/>
                <p:nvPr/>
              </p:nvGrpSpPr>
              <p:grpSpPr>
                <a:xfrm>
                  <a:off x="438999" y="4567398"/>
                  <a:ext cx="699940" cy="478601"/>
                  <a:chOff x="39722" y="4349021"/>
                  <a:chExt cx="1061964" cy="726143"/>
                </a:xfrm>
              </p:grpSpPr>
              <p:grpSp>
                <p:nvGrpSpPr>
                  <p:cNvPr id="212" name="Google Shape;212;p5"/>
                  <p:cNvGrpSpPr/>
                  <p:nvPr/>
                </p:nvGrpSpPr>
                <p:grpSpPr>
                  <a:xfrm rot="2700000">
                    <a:off x="140502" y="4460924"/>
                    <a:ext cx="524584" cy="502337"/>
                    <a:chOff x="1189791" y="-1767331"/>
                    <a:chExt cx="904284" cy="865933"/>
                  </a:xfrm>
                </p:grpSpPr>
                <p:sp>
                  <p:nvSpPr>
                    <p:cNvPr id="213" name="Google Shape;213;p5"/>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4" name="Google Shape;214;p5"/>
                    <p:cNvGrpSpPr/>
                    <p:nvPr/>
                  </p:nvGrpSpPr>
                  <p:grpSpPr>
                    <a:xfrm>
                      <a:off x="1232795" y="-1740829"/>
                      <a:ext cx="717621" cy="717392"/>
                      <a:chOff x="1483457" y="3953671"/>
                      <a:chExt cx="717621" cy="717392"/>
                    </a:xfrm>
                  </p:grpSpPr>
                  <p:sp>
                    <p:nvSpPr>
                      <p:cNvPr id="215" name="Google Shape;215;p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20" name="Google Shape;220;p5"/>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1" name="Google Shape;221;p5"/>
                <p:cNvGrpSpPr/>
                <p:nvPr/>
              </p:nvGrpSpPr>
              <p:grpSpPr>
                <a:xfrm>
                  <a:off x="-65076" y="4623886"/>
                  <a:ext cx="699940" cy="478601"/>
                  <a:chOff x="39722" y="4349021"/>
                  <a:chExt cx="1061964" cy="726143"/>
                </a:xfrm>
              </p:grpSpPr>
              <p:grpSp>
                <p:nvGrpSpPr>
                  <p:cNvPr id="222" name="Google Shape;222;p5"/>
                  <p:cNvGrpSpPr/>
                  <p:nvPr/>
                </p:nvGrpSpPr>
                <p:grpSpPr>
                  <a:xfrm rot="2700000">
                    <a:off x="140502" y="4460924"/>
                    <a:ext cx="524584" cy="502337"/>
                    <a:chOff x="1189791" y="-1767331"/>
                    <a:chExt cx="904284" cy="865933"/>
                  </a:xfrm>
                </p:grpSpPr>
                <p:sp>
                  <p:nvSpPr>
                    <p:cNvPr id="223" name="Google Shape;223;p5"/>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4" name="Google Shape;224;p5"/>
                    <p:cNvGrpSpPr/>
                    <p:nvPr/>
                  </p:nvGrpSpPr>
                  <p:grpSpPr>
                    <a:xfrm>
                      <a:off x="1232795" y="-1740829"/>
                      <a:ext cx="717621" cy="717392"/>
                      <a:chOff x="1483457" y="3953671"/>
                      <a:chExt cx="717621" cy="717392"/>
                    </a:xfrm>
                  </p:grpSpPr>
                  <p:sp>
                    <p:nvSpPr>
                      <p:cNvPr id="225" name="Google Shape;225;p5"/>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5"/>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5"/>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5"/>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5"/>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30" name="Google Shape;230;p5"/>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231" name="Google Shape;231;p5"/>
            <p:cNvGrpSpPr/>
            <p:nvPr/>
          </p:nvGrpSpPr>
          <p:grpSpPr>
            <a:xfrm rot="5400000">
              <a:off x="1147388" y="4839000"/>
              <a:ext cx="439200" cy="439100"/>
              <a:chOff x="1101075" y="2142375"/>
              <a:chExt cx="439200" cy="439100"/>
            </a:xfrm>
          </p:grpSpPr>
          <p:sp>
            <p:nvSpPr>
              <p:cNvPr id="232" name="Google Shape;232;p5"/>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5"/>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34" name="Google Shape;234;p5"/>
          <p:cNvGrpSpPr/>
          <p:nvPr/>
        </p:nvGrpSpPr>
        <p:grpSpPr>
          <a:xfrm>
            <a:off x="-2352525" y="-402069"/>
            <a:ext cx="5307515" cy="2438355"/>
            <a:chOff x="-2276325" y="-249669"/>
            <a:chExt cx="5307515" cy="2438355"/>
          </a:xfrm>
        </p:grpSpPr>
        <p:grpSp>
          <p:nvGrpSpPr>
            <p:cNvPr id="235" name="Google Shape;235;p5"/>
            <p:cNvGrpSpPr/>
            <p:nvPr/>
          </p:nvGrpSpPr>
          <p:grpSpPr>
            <a:xfrm rot="10800000">
              <a:off x="-1297788" y="-249669"/>
              <a:ext cx="2601921" cy="2438355"/>
              <a:chOff x="7340128" y="2866613"/>
              <a:chExt cx="2439225" cy="2438355"/>
            </a:xfrm>
          </p:grpSpPr>
          <p:sp>
            <p:nvSpPr>
              <p:cNvPr id="236" name="Google Shape;236;p5"/>
              <p:cNvSpPr/>
              <p:nvPr/>
            </p:nvSpPr>
            <p:spPr>
              <a:xfrm rot="2700000" flipH="1">
                <a:off x="8012290" y="2875755"/>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5"/>
              <p:cNvSpPr/>
              <p:nvPr/>
            </p:nvSpPr>
            <p:spPr>
              <a:xfrm rot="2700000" flipH="1">
                <a:off x="8125398" y="2987994"/>
                <a:ext cx="981794" cy="230783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8" name="Google Shape;238;p5"/>
            <p:cNvSpPr/>
            <p:nvPr/>
          </p:nvSpPr>
          <p:spPr>
            <a:xfrm rot="-5400000">
              <a:off x="1755111" y="-896010"/>
              <a:ext cx="577450" cy="1974708"/>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9" name="Google Shape;239;p5"/>
            <p:cNvGrpSpPr/>
            <p:nvPr/>
          </p:nvGrpSpPr>
          <p:grpSpPr>
            <a:xfrm>
              <a:off x="-2276325" y="245976"/>
              <a:ext cx="4558967" cy="134100"/>
              <a:chOff x="796100" y="3019701"/>
              <a:chExt cx="4558967" cy="134100"/>
            </a:xfrm>
          </p:grpSpPr>
          <p:sp>
            <p:nvSpPr>
              <p:cNvPr id="240" name="Google Shape;240;p5"/>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1" name="Google Shape;241;p5"/>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242" name="Google Shape;242;p5"/>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43" name="Google Shape;243;p5"/>
          <p:cNvGrpSpPr/>
          <p:nvPr/>
        </p:nvGrpSpPr>
        <p:grpSpPr>
          <a:xfrm>
            <a:off x="6795100" y="3095213"/>
            <a:ext cx="4558967" cy="2438355"/>
            <a:chOff x="6490300" y="2866613"/>
            <a:chExt cx="4558967" cy="2438355"/>
          </a:xfrm>
        </p:grpSpPr>
        <p:grpSp>
          <p:nvGrpSpPr>
            <p:cNvPr id="244" name="Google Shape;244;p5"/>
            <p:cNvGrpSpPr/>
            <p:nvPr/>
          </p:nvGrpSpPr>
          <p:grpSpPr>
            <a:xfrm>
              <a:off x="7340128" y="2866613"/>
              <a:ext cx="2439225" cy="2438355"/>
              <a:chOff x="7340128" y="2866613"/>
              <a:chExt cx="2439225" cy="2438355"/>
            </a:xfrm>
          </p:grpSpPr>
          <p:sp>
            <p:nvSpPr>
              <p:cNvPr id="245" name="Google Shape;245;p5"/>
              <p:cNvSpPr/>
              <p:nvPr/>
            </p:nvSpPr>
            <p:spPr>
              <a:xfrm rot="2700000" flipH="1">
                <a:off x="8012290" y="2875755"/>
                <a:ext cx="981794" cy="230783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5"/>
              <p:cNvSpPr/>
              <p:nvPr/>
            </p:nvSpPr>
            <p:spPr>
              <a:xfrm rot="2700000" flipH="1">
                <a:off x="8125398" y="2987994"/>
                <a:ext cx="981794" cy="230783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7" name="Google Shape;247;p5"/>
            <p:cNvGrpSpPr/>
            <p:nvPr/>
          </p:nvGrpSpPr>
          <p:grpSpPr>
            <a:xfrm rot="10800000">
              <a:off x="6490300" y="4774026"/>
              <a:ext cx="4558967" cy="134100"/>
              <a:chOff x="796100" y="3019701"/>
              <a:chExt cx="4558967" cy="134100"/>
            </a:xfrm>
          </p:grpSpPr>
          <p:sp>
            <p:nvSpPr>
              <p:cNvPr id="248" name="Google Shape;248;p5"/>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9" name="Google Shape;249;p5"/>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250" name="Google Shape;250;p5"/>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32765510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1pPr>
            <a:lvl2pPr lvl="1"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2pPr>
            <a:lvl3pPr lvl="2"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3pPr>
            <a:lvl4pPr lvl="3"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4pPr>
            <a:lvl5pPr lvl="4"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5pPr>
            <a:lvl6pPr lvl="5"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6pPr>
            <a:lvl7pPr lvl="6"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7pPr>
            <a:lvl8pPr lvl="7"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8pPr>
            <a:lvl9pPr lvl="8"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9pPr>
          </a:lstStyle>
          <a:p>
            <a:endParaRPr/>
          </a:p>
        </p:txBody>
      </p:sp>
      <p:sp>
        <p:nvSpPr>
          <p:cNvPr id="7" name="Google Shape;7;p1"/>
          <p:cNvSpPr txBox="1">
            <a:spLocks noGrp="1"/>
          </p:cNvSpPr>
          <p:nvPr>
            <p:ph type="body" idx="1"/>
          </p:nvPr>
        </p:nvSpPr>
        <p:spPr>
          <a:xfrm>
            <a:off x="713225" y="1152475"/>
            <a:ext cx="76818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1pPr>
            <a:lvl2pPr marL="914400" lvl="1"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marL="1371600" lvl="2"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marL="1828800" lvl="3"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marL="2286000" lvl="4"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marL="2743200" lvl="5"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marL="3200400" lvl="6"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marL="3657600" lvl="7"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marL="4114800" lvl="8"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8" r:id="rId3"/>
    <p:sldLayoutId id="2147483659" r:id="rId4"/>
    <p:sldLayoutId id="2147483660" r:id="rId5"/>
    <p:sldLayoutId id="2147483663" r:id="rId6"/>
    <p:sldLayoutId id="2147483665" r:id="rId7"/>
    <p:sldLayoutId id="2147483670" r:id="rId8"/>
    <p:sldLayoutId id="2147483672" r:id="rId9"/>
    <p:sldLayoutId id="2147483676" r:id="rId10"/>
    <p:sldLayoutId id="2147483677" r:id="rId11"/>
    <p:sldLayoutId id="214748368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30"/>
        <p:cNvGrpSpPr/>
        <p:nvPr/>
      </p:nvGrpSpPr>
      <p:grpSpPr>
        <a:xfrm>
          <a:off x="0" y="0"/>
          <a:ext cx="0" cy="0"/>
          <a:chOff x="0" y="0"/>
          <a:chExt cx="0" cy="0"/>
        </a:xfrm>
      </p:grpSpPr>
      <p:sp>
        <p:nvSpPr>
          <p:cNvPr id="1431" name="Google Shape;1431;p35"/>
          <p:cNvSpPr txBox="1">
            <a:spLocks noGrp="1"/>
          </p:cNvSpPr>
          <p:nvPr>
            <p:ph type="subTitle" idx="1"/>
          </p:nvPr>
        </p:nvSpPr>
        <p:spPr>
          <a:xfrm>
            <a:off x="1096850" y="3456250"/>
            <a:ext cx="4882500" cy="4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4000" b="1" dirty="0" err="1">
                <a:solidFill>
                  <a:schemeClr val="bg1">
                    <a:lumMod val="25000"/>
                  </a:schemeClr>
                </a:solidFill>
              </a:rPr>
              <a:t>WorkWise</a:t>
            </a:r>
            <a:endParaRPr sz="4000" b="1" dirty="0">
              <a:solidFill>
                <a:schemeClr val="bg1">
                  <a:lumMod val="25000"/>
                </a:schemeClr>
              </a:solidFill>
            </a:endParaRPr>
          </a:p>
        </p:txBody>
      </p:sp>
      <p:sp>
        <p:nvSpPr>
          <p:cNvPr id="1432" name="Google Shape;1432;p35"/>
          <p:cNvSpPr txBox="1">
            <a:spLocks noGrp="1"/>
          </p:cNvSpPr>
          <p:nvPr>
            <p:ph type="ctrTitle"/>
          </p:nvPr>
        </p:nvSpPr>
        <p:spPr>
          <a:xfrm>
            <a:off x="1096849" y="816324"/>
            <a:ext cx="7356069" cy="2326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err="1">
                <a:solidFill>
                  <a:schemeClr val="bg1">
                    <a:lumMod val="25000"/>
                  </a:schemeClr>
                </a:solidFill>
              </a:rPr>
              <a:t>Ứng</a:t>
            </a:r>
            <a:r>
              <a:rPr lang="en-US" dirty="0">
                <a:solidFill>
                  <a:schemeClr val="bg1">
                    <a:lumMod val="25000"/>
                  </a:schemeClr>
                </a:solidFill>
              </a:rPr>
              <a:t> </a:t>
            </a:r>
            <a:r>
              <a:rPr lang="en-US" dirty="0" err="1">
                <a:solidFill>
                  <a:schemeClr val="bg1">
                    <a:lumMod val="25000"/>
                  </a:schemeClr>
                </a:solidFill>
              </a:rPr>
              <a:t>Dụng</a:t>
            </a:r>
            <a:r>
              <a:rPr lang="en-US" dirty="0">
                <a:solidFill>
                  <a:schemeClr val="bg1">
                    <a:lumMod val="25000"/>
                  </a:schemeClr>
                </a:solidFill>
              </a:rPr>
              <a:t> </a:t>
            </a:r>
            <a:r>
              <a:rPr lang="en-US" dirty="0" err="1">
                <a:solidFill>
                  <a:schemeClr val="bg1">
                    <a:lumMod val="25000"/>
                  </a:schemeClr>
                </a:solidFill>
              </a:rPr>
              <a:t>Quản</a:t>
            </a:r>
            <a:r>
              <a:rPr lang="en-US" dirty="0">
                <a:solidFill>
                  <a:schemeClr val="bg1">
                    <a:lumMod val="25000"/>
                  </a:schemeClr>
                </a:solidFill>
              </a:rPr>
              <a:t> Lý </a:t>
            </a:r>
            <a:r>
              <a:rPr lang="en-US" dirty="0" err="1">
                <a:solidFill>
                  <a:schemeClr val="bg1">
                    <a:lumMod val="25000"/>
                  </a:schemeClr>
                </a:solidFill>
              </a:rPr>
              <a:t>Công</a:t>
            </a:r>
            <a:r>
              <a:rPr lang="en-US" dirty="0">
                <a:solidFill>
                  <a:schemeClr val="bg1">
                    <a:lumMod val="25000"/>
                  </a:schemeClr>
                </a:solidFill>
              </a:rPr>
              <a:t> </a:t>
            </a:r>
            <a:r>
              <a:rPr lang="en-US" dirty="0" err="1">
                <a:solidFill>
                  <a:schemeClr val="bg1">
                    <a:lumMod val="25000"/>
                  </a:schemeClr>
                </a:solidFill>
              </a:rPr>
              <a:t>Việc</a:t>
            </a:r>
            <a:endParaRPr dirty="0">
              <a:solidFill>
                <a:schemeClr val="bg1">
                  <a:lumMod val="25000"/>
                </a:schemeClr>
              </a:solidFill>
            </a:endParaRPr>
          </a:p>
        </p:txBody>
      </p:sp>
      <p:grpSp>
        <p:nvGrpSpPr>
          <p:cNvPr id="1433" name="Google Shape;1433;p35"/>
          <p:cNvGrpSpPr/>
          <p:nvPr/>
        </p:nvGrpSpPr>
        <p:grpSpPr>
          <a:xfrm>
            <a:off x="1096850" y="3242811"/>
            <a:ext cx="3936683" cy="134070"/>
            <a:chOff x="1096850" y="3242811"/>
            <a:chExt cx="3936683" cy="134070"/>
          </a:xfrm>
        </p:grpSpPr>
        <p:cxnSp>
          <p:nvCxnSpPr>
            <p:cNvPr id="1434" name="Google Shape;1434;p35"/>
            <p:cNvCxnSpPr/>
            <p:nvPr/>
          </p:nvCxnSpPr>
          <p:spPr>
            <a:xfrm>
              <a:off x="1096850" y="3309850"/>
              <a:ext cx="3840600" cy="0"/>
            </a:xfrm>
            <a:prstGeom prst="straightConnector1">
              <a:avLst/>
            </a:prstGeom>
            <a:noFill/>
            <a:ln w="9525" cap="flat" cmpd="sng">
              <a:solidFill>
                <a:schemeClr val="dk2"/>
              </a:solidFill>
              <a:prstDash val="solid"/>
              <a:round/>
              <a:headEnd type="none" w="med" len="med"/>
              <a:tailEnd type="none" w="med" len="med"/>
            </a:ln>
          </p:spPr>
        </p:cxnSp>
        <p:grpSp>
          <p:nvGrpSpPr>
            <p:cNvPr id="1435" name="Google Shape;1435;p35"/>
            <p:cNvGrpSpPr/>
            <p:nvPr/>
          </p:nvGrpSpPr>
          <p:grpSpPr>
            <a:xfrm>
              <a:off x="4899464" y="3242811"/>
              <a:ext cx="134070" cy="134070"/>
              <a:chOff x="8382514" y="1084976"/>
              <a:chExt cx="265800" cy="265800"/>
            </a:xfrm>
          </p:grpSpPr>
          <p:sp>
            <p:nvSpPr>
              <p:cNvPr id="1436" name="Google Shape;1436;p35"/>
              <p:cNvSpPr/>
              <p:nvPr/>
            </p:nvSpPr>
            <p:spPr>
              <a:xfrm>
                <a:off x="8442213" y="1144734"/>
                <a:ext cx="146400" cy="1464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35"/>
              <p:cNvSpPr/>
              <p:nvPr/>
            </p:nvSpPr>
            <p:spPr>
              <a:xfrm>
                <a:off x="8382514" y="1084976"/>
                <a:ext cx="265800" cy="2658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38" name="Google Shape;1438;p35"/>
          <p:cNvGrpSpPr/>
          <p:nvPr/>
        </p:nvGrpSpPr>
        <p:grpSpPr>
          <a:xfrm>
            <a:off x="8017432" y="-313900"/>
            <a:ext cx="134070" cy="1891362"/>
            <a:chOff x="8017432" y="-313900"/>
            <a:chExt cx="134070" cy="1891362"/>
          </a:xfrm>
        </p:grpSpPr>
        <p:sp>
          <p:nvSpPr>
            <p:cNvPr id="1439" name="Google Shape;1439;p35"/>
            <p:cNvSpPr/>
            <p:nvPr/>
          </p:nvSpPr>
          <p:spPr>
            <a:xfrm rot="5400000">
              <a:off x="8017432" y="1443393"/>
              <a:ext cx="134070" cy="13407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40" name="Google Shape;1440;p35"/>
            <p:cNvCxnSpPr/>
            <p:nvPr/>
          </p:nvCxnSpPr>
          <p:spPr>
            <a:xfrm>
              <a:off x="8084450" y="-313900"/>
              <a:ext cx="0" cy="1795200"/>
            </a:xfrm>
            <a:prstGeom prst="straightConnector1">
              <a:avLst/>
            </a:prstGeom>
            <a:noFill/>
            <a:ln w="9525" cap="flat" cmpd="sng">
              <a:solidFill>
                <a:schemeClr val="dk2"/>
              </a:solidFill>
              <a:prstDash val="solid"/>
              <a:round/>
              <a:headEnd type="none" w="med" len="med"/>
              <a:tailEnd type="none" w="med" len="med"/>
            </a:ln>
          </p:spPr>
        </p:cxnSp>
        <p:sp>
          <p:nvSpPr>
            <p:cNvPr id="1441" name="Google Shape;1441;p35"/>
            <p:cNvSpPr/>
            <p:nvPr/>
          </p:nvSpPr>
          <p:spPr>
            <a:xfrm rot="5400000">
              <a:off x="8047515" y="1473505"/>
              <a:ext cx="73844" cy="73844"/>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2" name="Google Shape;1442;p35"/>
          <p:cNvGrpSpPr/>
          <p:nvPr/>
        </p:nvGrpSpPr>
        <p:grpSpPr>
          <a:xfrm>
            <a:off x="6309526" y="957475"/>
            <a:ext cx="3504715" cy="5119205"/>
            <a:chOff x="6309526" y="836950"/>
            <a:chExt cx="3504715" cy="5119205"/>
          </a:xfrm>
        </p:grpSpPr>
        <p:sp>
          <p:nvSpPr>
            <p:cNvPr id="1443" name="Google Shape;1443;p35"/>
            <p:cNvSpPr/>
            <p:nvPr/>
          </p:nvSpPr>
          <p:spPr>
            <a:xfrm>
              <a:off x="6309526" y="8369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4" name="Google Shape;1444;p35"/>
            <p:cNvGrpSpPr/>
            <p:nvPr/>
          </p:nvGrpSpPr>
          <p:grpSpPr>
            <a:xfrm>
              <a:off x="7728436" y="3524084"/>
              <a:ext cx="134004" cy="134004"/>
              <a:chOff x="8356813" y="1074288"/>
              <a:chExt cx="351900" cy="351900"/>
            </a:xfrm>
          </p:grpSpPr>
          <p:sp>
            <p:nvSpPr>
              <p:cNvPr id="1445" name="Google Shape;1445;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7" name="Google Shape;1447;p35"/>
            <p:cNvGrpSpPr/>
            <p:nvPr/>
          </p:nvGrpSpPr>
          <p:grpSpPr>
            <a:xfrm>
              <a:off x="7344361" y="3150259"/>
              <a:ext cx="134004" cy="134004"/>
              <a:chOff x="8356813" y="1074288"/>
              <a:chExt cx="351900" cy="351900"/>
            </a:xfrm>
          </p:grpSpPr>
          <p:sp>
            <p:nvSpPr>
              <p:cNvPr id="1448" name="Google Shape;1448;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0" name="Google Shape;1450;p35"/>
            <p:cNvGrpSpPr/>
            <p:nvPr/>
          </p:nvGrpSpPr>
          <p:grpSpPr>
            <a:xfrm>
              <a:off x="8337811" y="2464059"/>
              <a:ext cx="134004" cy="134004"/>
              <a:chOff x="8356813" y="1074288"/>
              <a:chExt cx="351900" cy="351900"/>
            </a:xfrm>
          </p:grpSpPr>
          <p:sp>
            <p:nvSpPr>
              <p:cNvPr id="1451" name="Google Shape;1451;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3" name="Google Shape;1453;p35"/>
            <p:cNvSpPr/>
            <p:nvPr/>
          </p:nvSpPr>
          <p:spPr>
            <a:xfrm rot="5400000">
              <a:off x="7687039" y="1023058"/>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66"/>
        <p:cNvGrpSpPr/>
        <p:nvPr/>
      </p:nvGrpSpPr>
      <p:grpSpPr>
        <a:xfrm>
          <a:off x="0" y="0"/>
          <a:ext cx="0" cy="0"/>
          <a:chOff x="0" y="0"/>
          <a:chExt cx="0" cy="0"/>
        </a:xfrm>
      </p:grpSpPr>
      <p:sp>
        <p:nvSpPr>
          <p:cNvPr id="1467" name="Google Shape;1467;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200" dirty="0" err="1">
                <a:solidFill>
                  <a:schemeClr val="dk2"/>
                </a:solidFill>
                <a:latin typeface="IBM Plex Mono"/>
                <a:ea typeface="IBM Plex Mono"/>
                <a:cs typeface="IBM Plex Mono"/>
                <a:sym typeface="IBM Plex Mono"/>
              </a:rPr>
              <a:t>Nội</a:t>
            </a:r>
            <a:r>
              <a:rPr lang="en-US" sz="3200" dirty="0">
                <a:solidFill>
                  <a:schemeClr val="dk2"/>
                </a:solidFill>
                <a:latin typeface="IBM Plex Mono"/>
                <a:ea typeface="IBM Plex Mono"/>
                <a:cs typeface="IBM Plex Mono"/>
                <a:sym typeface="IBM Plex Mono"/>
              </a:rPr>
              <a:t> Dung</a:t>
            </a:r>
            <a:endParaRPr sz="3200" dirty="0">
              <a:solidFill>
                <a:schemeClr val="dk2"/>
              </a:solidFill>
              <a:latin typeface="IBM Plex Mono"/>
              <a:ea typeface="IBM Plex Mono"/>
              <a:cs typeface="IBM Plex Mono"/>
              <a:sym typeface="IBM Plex Mono"/>
            </a:endParaRPr>
          </a:p>
        </p:txBody>
      </p:sp>
      <p:sp>
        <p:nvSpPr>
          <p:cNvPr id="1468" name="Google Shape;1468;p37"/>
          <p:cNvSpPr txBox="1">
            <a:spLocks noGrp="1"/>
          </p:cNvSpPr>
          <p:nvPr>
            <p:ph type="subTitle" idx="9"/>
          </p:nvPr>
        </p:nvSpPr>
        <p:spPr>
          <a:xfrm>
            <a:off x="720000" y="1918675"/>
            <a:ext cx="32337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err="1"/>
              <a:t>Giới</a:t>
            </a:r>
            <a:r>
              <a:rPr lang="en-US" dirty="0"/>
              <a:t> </a:t>
            </a:r>
            <a:r>
              <a:rPr lang="en-US" dirty="0" err="1"/>
              <a:t>Thiệu</a:t>
            </a:r>
            <a:endParaRPr dirty="0"/>
          </a:p>
        </p:txBody>
      </p:sp>
      <p:sp>
        <p:nvSpPr>
          <p:cNvPr id="1470" name="Google Shape;1470;p37"/>
          <p:cNvSpPr txBox="1">
            <a:spLocks noGrp="1"/>
          </p:cNvSpPr>
          <p:nvPr>
            <p:ph type="subTitle" idx="2"/>
          </p:nvPr>
        </p:nvSpPr>
        <p:spPr>
          <a:xfrm>
            <a:off x="9593825" y="2269649"/>
            <a:ext cx="884903" cy="77132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
        <p:nvSpPr>
          <p:cNvPr id="1473" name="Google Shape;1473;p37"/>
          <p:cNvSpPr txBox="1">
            <a:spLocks noGrp="1"/>
          </p:cNvSpPr>
          <p:nvPr>
            <p:ph type="title" idx="5"/>
          </p:nvPr>
        </p:nvSpPr>
        <p:spPr>
          <a:xfrm>
            <a:off x="720003" y="1344775"/>
            <a:ext cx="105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01</a:t>
            </a:r>
            <a:endParaRPr/>
          </a:p>
        </p:txBody>
      </p:sp>
      <p:sp>
        <p:nvSpPr>
          <p:cNvPr id="1474" name="Google Shape;1474;p37"/>
          <p:cNvSpPr txBox="1">
            <a:spLocks noGrp="1"/>
          </p:cNvSpPr>
          <p:nvPr>
            <p:ph type="title" idx="6"/>
          </p:nvPr>
        </p:nvSpPr>
        <p:spPr>
          <a:xfrm>
            <a:off x="720003" y="3040971"/>
            <a:ext cx="105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03</a:t>
            </a:r>
            <a:endParaRPr/>
          </a:p>
        </p:txBody>
      </p:sp>
      <p:sp>
        <p:nvSpPr>
          <p:cNvPr id="1475" name="Google Shape;1475;p37"/>
          <p:cNvSpPr txBox="1">
            <a:spLocks noGrp="1"/>
          </p:cNvSpPr>
          <p:nvPr>
            <p:ph type="title" idx="7"/>
          </p:nvPr>
        </p:nvSpPr>
        <p:spPr>
          <a:xfrm>
            <a:off x="4366698" y="1344775"/>
            <a:ext cx="105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02</a:t>
            </a:r>
            <a:endParaRPr/>
          </a:p>
        </p:txBody>
      </p:sp>
      <p:sp>
        <p:nvSpPr>
          <p:cNvPr id="1476" name="Google Shape;1476;p37"/>
          <p:cNvSpPr txBox="1">
            <a:spLocks noGrp="1"/>
          </p:cNvSpPr>
          <p:nvPr>
            <p:ph type="title" idx="8"/>
          </p:nvPr>
        </p:nvSpPr>
        <p:spPr>
          <a:xfrm>
            <a:off x="4366698" y="3040971"/>
            <a:ext cx="105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04</a:t>
            </a:r>
            <a:endParaRPr/>
          </a:p>
        </p:txBody>
      </p:sp>
      <p:sp>
        <p:nvSpPr>
          <p:cNvPr id="1477" name="Google Shape;1477;p37"/>
          <p:cNvSpPr txBox="1">
            <a:spLocks noGrp="1"/>
          </p:cNvSpPr>
          <p:nvPr>
            <p:ph type="subTitle" idx="13"/>
          </p:nvPr>
        </p:nvSpPr>
        <p:spPr>
          <a:xfrm>
            <a:off x="4366698" y="1918675"/>
            <a:ext cx="32337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err="1"/>
              <a:t>Nội</a:t>
            </a:r>
            <a:r>
              <a:rPr lang="en-US" dirty="0"/>
              <a:t> Dung </a:t>
            </a:r>
            <a:r>
              <a:rPr lang="en-US" dirty="0" err="1"/>
              <a:t>Dự</a:t>
            </a:r>
            <a:r>
              <a:rPr lang="en-US" dirty="0"/>
              <a:t> </a:t>
            </a:r>
            <a:r>
              <a:rPr lang="en-US" dirty="0" err="1"/>
              <a:t>Án</a:t>
            </a:r>
            <a:endParaRPr dirty="0"/>
          </a:p>
        </p:txBody>
      </p:sp>
      <p:sp>
        <p:nvSpPr>
          <p:cNvPr id="1478" name="Google Shape;1478;p37"/>
          <p:cNvSpPr txBox="1">
            <a:spLocks noGrp="1"/>
          </p:cNvSpPr>
          <p:nvPr>
            <p:ph type="subTitle" idx="14"/>
          </p:nvPr>
        </p:nvSpPr>
        <p:spPr>
          <a:xfrm>
            <a:off x="720000" y="3614801"/>
            <a:ext cx="32337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err="1"/>
              <a:t>Tiến</a:t>
            </a:r>
            <a:r>
              <a:rPr lang="en-US" dirty="0"/>
              <a:t> </a:t>
            </a:r>
            <a:r>
              <a:rPr lang="en-US" dirty="0" err="1"/>
              <a:t>Hành</a:t>
            </a:r>
            <a:r>
              <a:rPr lang="en-US" dirty="0"/>
              <a:t> </a:t>
            </a:r>
            <a:r>
              <a:rPr lang="en-US" dirty="0" err="1"/>
              <a:t>Dự</a:t>
            </a:r>
            <a:r>
              <a:rPr lang="en-US" dirty="0"/>
              <a:t> </a:t>
            </a:r>
            <a:r>
              <a:rPr lang="en-US" dirty="0" err="1"/>
              <a:t>Án</a:t>
            </a:r>
            <a:endParaRPr dirty="0"/>
          </a:p>
        </p:txBody>
      </p:sp>
      <p:sp>
        <p:nvSpPr>
          <p:cNvPr id="1479" name="Google Shape;1479;p37"/>
          <p:cNvSpPr txBox="1">
            <a:spLocks noGrp="1"/>
          </p:cNvSpPr>
          <p:nvPr>
            <p:ph type="subTitle" idx="15"/>
          </p:nvPr>
        </p:nvSpPr>
        <p:spPr>
          <a:xfrm>
            <a:off x="4366698" y="3614801"/>
            <a:ext cx="32337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err="1"/>
              <a:t>Kết</a:t>
            </a:r>
            <a:r>
              <a:rPr lang="en-US" dirty="0"/>
              <a:t> </a:t>
            </a:r>
            <a:r>
              <a:rPr lang="en-US" dirty="0" err="1"/>
              <a:t>Luận</a:t>
            </a:r>
            <a:endParaRPr dirty="0"/>
          </a:p>
        </p:txBody>
      </p:sp>
      <p:sp>
        <p:nvSpPr>
          <p:cNvPr id="7" name="Subtitle 6">
            <a:extLst>
              <a:ext uri="{FF2B5EF4-FFF2-40B4-BE49-F238E27FC236}">
                <a16:creationId xmlns:a16="http://schemas.microsoft.com/office/drawing/2014/main" id="{22E2ACD0-CC94-C19A-FC78-1E30E198593B}"/>
              </a:ext>
            </a:extLst>
          </p:cNvPr>
          <p:cNvSpPr>
            <a:spLocks noGrp="1"/>
          </p:cNvSpPr>
          <p:nvPr>
            <p:ph type="subTitle" idx="4"/>
          </p:nvPr>
        </p:nvSpPr>
        <p:spPr>
          <a:xfrm>
            <a:off x="9593825" y="1592537"/>
            <a:ext cx="519744" cy="604200"/>
          </a:xfrm>
        </p:spPr>
        <p:txBody>
          <a:bodyPr/>
          <a:lstStyle/>
          <a:p>
            <a:endParaRPr lang="en-US" dirty="0"/>
          </a:p>
          <a:p>
            <a:endParaRPr lang="en-US" dirty="0"/>
          </a:p>
          <a:p>
            <a:endParaRPr lang="en-US" dirty="0"/>
          </a:p>
        </p:txBody>
      </p:sp>
      <p:sp>
        <p:nvSpPr>
          <p:cNvPr id="9" name="Subtitle 8">
            <a:extLst>
              <a:ext uri="{FF2B5EF4-FFF2-40B4-BE49-F238E27FC236}">
                <a16:creationId xmlns:a16="http://schemas.microsoft.com/office/drawing/2014/main" id="{C0844D4B-AF1A-8060-1316-3B4C6C2D922A}"/>
              </a:ext>
            </a:extLst>
          </p:cNvPr>
          <p:cNvSpPr>
            <a:spLocks noGrp="1"/>
          </p:cNvSpPr>
          <p:nvPr>
            <p:ph type="subTitle" idx="3"/>
          </p:nvPr>
        </p:nvSpPr>
        <p:spPr>
          <a:xfrm>
            <a:off x="2650330" y="3940900"/>
            <a:ext cx="730669" cy="604200"/>
          </a:xfrm>
        </p:spPr>
        <p:txBody>
          <a:bodyPr/>
          <a:lstStyle/>
          <a:p>
            <a:r>
              <a:rPr lang="en-US" dirty="0"/>
              <a:t> </a:t>
            </a:r>
          </a:p>
        </p:txBody>
      </p:sp>
      <p:grpSp>
        <p:nvGrpSpPr>
          <p:cNvPr id="10" name="Google Shape;1433;p35">
            <a:extLst>
              <a:ext uri="{FF2B5EF4-FFF2-40B4-BE49-F238E27FC236}">
                <a16:creationId xmlns:a16="http://schemas.microsoft.com/office/drawing/2014/main" id="{38EFF5E4-A48A-954A-9C7E-D1B84B2B4F4A}"/>
              </a:ext>
            </a:extLst>
          </p:cNvPr>
          <p:cNvGrpSpPr/>
          <p:nvPr/>
        </p:nvGrpSpPr>
        <p:grpSpPr>
          <a:xfrm>
            <a:off x="772012" y="2203256"/>
            <a:ext cx="1878318" cy="117720"/>
            <a:chOff x="1096850" y="3242811"/>
            <a:chExt cx="3936683" cy="134070"/>
          </a:xfrm>
        </p:grpSpPr>
        <p:cxnSp>
          <p:nvCxnSpPr>
            <p:cNvPr id="11" name="Google Shape;1434;p35">
              <a:extLst>
                <a:ext uri="{FF2B5EF4-FFF2-40B4-BE49-F238E27FC236}">
                  <a16:creationId xmlns:a16="http://schemas.microsoft.com/office/drawing/2014/main" id="{B9BFA408-50FD-57D7-6CFD-36F9CFB1FD53}"/>
                </a:ext>
              </a:extLst>
            </p:cNvPr>
            <p:cNvCxnSpPr/>
            <p:nvPr/>
          </p:nvCxnSpPr>
          <p:spPr>
            <a:xfrm>
              <a:off x="1096850" y="3309850"/>
              <a:ext cx="3840600" cy="0"/>
            </a:xfrm>
            <a:prstGeom prst="straightConnector1">
              <a:avLst/>
            </a:prstGeom>
            <a:noFill/>
            <a:ln w="9525" cap="flat" cmpd="sng">
              <a:solidFill>
                <a:schemeClr val="dk2"/>
              </a:solidFill>
              <a:prstDash val="solid"/>
              <a:round/>
              <a:headEnd type="none" w="med" len="med"/>
              <a:tailEnd type="none" w="med" len="med"/>
            </a:ln>
          </p:spPr>
        </p:cxnSp>
        <p:grpSp>
          <p:nvGrpSpPr>
            <p:cNvPr id="12" name="Google Shape;1435;p35">
              <a:extLst>
                <a:ext uri="{FF2B5EF4-FFF2-40B4-BE49-F238E27FC236}">
                  <a16:creationId xmlns:a16="http://schemas.microsoft.com/office/drawing/2014/main" id="{B1A3A31F-E9AE-3E3B-CFF8-3B265ADE25E7}"/>
                </a:ext>
              </a:extLst>
            </p:cNvPr>
            <p:cNvGrpSpPr/>
            <p:nvPr/>
          </p:nvGrpSpPr>
          <p:grpSpPr>
            <a:xfrm>
              <a:off x="4899464" y="3242811"/>
              <a:ext cx="134070" cy="134070"/>
              <a:chOff x="8382514" y="1084976"/>
              <a:chExt cx="265800" cy="265800"/>
            </a:xfrm>
          </p:grpSpPr>
          <p:sp>
            <p:nvSpPr>
              <p:cNvPr id="13" name="Google Shape;1436;p35">
                <a:extLst>
                  <a:ext uri="{FF2B5EF4-FFF2-40B4-BE49-F238E27FC236}">
                    <a16:creationId xmlns:a16="http://schemas.microsoft.com/office/drawing/2014/main" id="{74BE5CF0-A9FF-5795-42D8-CA00A36D2FFC}"/>
                  </a:ext>
                </a:extLst>
              </p:cNvPr>
              <p:cNvSpPr/>
              <p:nvPr/>
            </p:nvSpPr>
            <p:spPr>
              <a:xfrm>
                <a:off x="8442213" y="1144734"/>
                <a:ext cx="146400" cy="1464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37;p35">
                <a:extLst>
                  <a:ext uri="{FF2B5EF4-FFF2-40B4-BE49-F238E27FC236}">
                    <a16:creationId xmlns:a16="http://schemas.microsoft.com/office/drawing/2014/main" id="{EC14E03E-96B7-E64C-09FB-F5A5B0B0CEBF}"/>
                  </a:ext>
                </a:extLst>
              </p:cNvPr>
              <p:cNvSpPr/>
              <p:nvPr/>
            </p:nvSpPr>
            <p:spPr>
              <a:xfrm>
                <a:off x="8382514" y="1084976"/>
                <a:ext cx="265800" cy="2658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 name="Google Shape;1433;p35">
            <a:extLst>
              <a:ext uri="{FF2B5EF4-FFF2-40B4-BE49-F238E27FC236}">
                <a16:creationId xmlns:a16="http://schemas.microsoft.com/office/drawing/2014/main" id="{69439D84-60DA-5C2A-3EAB-904C3C873283}"/>
              </a:ext>
            </a:extLst>
          </p:cNvPr>
          <p:cNvGrpSpPr/>
          <p:nvPr/>
        </p:nvGrpSpPr>
        <p:grpSpPr>
          <a:xfrm>
            <a:off x="772013" y="3940900"/>
            <a:ext cx="2399812" cy="138181"/>
            <a:chOff x="1096850" y="3242811"/>
            <a:chExt cx="3936683" cy="134070"/>
          </a:xfrm>
        </p:grpSpPr>
        <p:cxnSp>
          <p:nvCxnSpPr>
            <p:cNvPr id="16" name="Google Shape;1434;p35">
              <a:extLst>
                <a:ext uri="{FF2B5EF4-FFF2-40B4-BE49-F238E27FC236}">
                  <a16:creationId xmlns:a16="http://schemas.microsoft.com/office/drawing/2014/main" id="{C952ACF8-1322-DA7C-9933-7B032938AA75}"/>
                </a:ext>
              </a:extLst>
            </p:cNvPr>
            <p:cNvCxnSpPr/>
            <p:nvPr/>
          </p:nvCxnSpPr>
          <p:spPr>
            <a:xfrm>
              <a:off x="1096850" y="3309850"/>
              <a:ext cx="3840600" cy="0"/>
            </a:xfrm>
            <a:prstGeom prst="straightConnector1">
              <a:avLst/>
            </a:prstGeom>
            <a:noFill/>
            <a:ln w="9525" cap="flat" cmpd="sng">
              <a:solidFill>
                <a:schemeClr val="dk2"/>
              </a:solidFill>
              <a:prstDash val="solid"/>
              <a:round/>
              <a:headEnd type="none" w="med" len="med"/>
              <a:tailEnd type="none" w="med" len="med"/>
            </a:ln>
          </p:spPr>
        </p:cxnSp>
        <p:grpSp>
          <p:nvGrpSpPr>
            <p:cNvPr id="17" name="Google Shape;1435;p35">
              <a:extLst>
                <a:ext uri="{FF2B5EF4-FFF2-40B4-BE49-F238E27FC236}">
                  <a16:creationId xmlns:a16="http://schemas.microsoft.com/office/drawing/2014/main" id="{DB2824DE-EB7C-62F4-BCFE-64E2CA32115E}"/>
                </a:ext>
              </a:extLst>
            </p:cNvPr>
            <p:cNvGrpSpPr/>
            <p:nvPr/>
          </p:nvGrpSpPr>
          <p:grpSpPr>
            <a:xfrm>
              <a:off x="4899464" y="3242811"/>
              <a:ext cx="134070" cy="134070"/>
              <a:chOff x="8382514" y="1084976"/>
              <a:chExt cx="265800" cy="265800"/>
            </a:xfrm>
          </p:grpSpPr>
          <p:sp>
            <p:nvSpPr>
              <p:cNvPr id="18" name="Google Shape;1436;p35">
                <a:extLst>
                  <a:ext uri="{FF2B5EF4-FFF2-40B4-BE49-F238E27FC236}">
                    <a16:creationId xmlns:a16="http://schemas.microsoft.com/office/drawing/2014/main" id="{98F2350B-0590-DD1A-10AD-341A96D7603B}"/>
                  </a:ext>
                </a:extLst>
              </p:cNvPr>
              <p:cNvSpPr/>
              <p:nvPr/>
            </p:nvSpPr>
            <p:spPr>
              <a:xfrm>
                <a:off x="8442213" y="1144734"/>
                <a:ext cx="146400" cy="1464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437;p35">
                <a:extLst>
                  <a:ext uri="{FF2B5EF4-FFF2-40B4-BE49-F238E27FC236}">
                    <a16:creationId xmlns:a16="http://schemas.microsoft.com/office/drawing/2014/main" id="{B415B008-5A28-5C34-87D8-4EB22AE27F1B}"/>
                  </a:ext>
                </a:extLst>
              </p:cNvPr>
              <p:cNvSpPr/>
              <p:nvPr/>
            </p:nvSpPr>
            <p:spPr>
              <a:xfrm>
                <a:off x="8382514" y="1084976"/>
                <a:ext cx="265800" cy="2658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0" name="Google Shape;1433;p35">
            <a:extLst>
              <a:ext uri="{FF2B5EF4-FFF2-40B4-BE49-F238E27FC236}">
                <a16:creationId xmlns:a16="http://schemas.microsoft.com/office/drawing/2014/main" id="{30B3E08A-6290-221F-B870-367FDF009C05}"/>
              </a:ext>
            </a:extLst>
          </p:cNvPr>
          <p:cNvGrpSpPr/>
          <p:nvPr/>
        </p:nvGrpSpPr>
        <p:grpSpPr>
          <a:xfrm>
            <a:off x="4467713" y="3871809"/>
            <a:ext cx="1597331" cy="100157"/>
            <a:chOff x="1096850" y="3242811"/>
            <a:chExt cx="3936683" cy="134070"/>
          </a:xfrm>
        </p:grpSpPr>
        <p:cxnSp>
          <p:nvCxnSpPr>
            <p:cNvPr id="21" name="Google Shape;1434;p35">
              <a:extLst>
                <a:ext uri="{FF2B5EF4-FFF2-40B4-BE49-F238E27FC236}">
                  <a16:creationId xmlns:a16="http://schemas.microsoft.com/office/drawing/2014/main" id="{C2E2CD52-EEEA-2D78-1F23-D5096BDAA33A}"/>
                </a:ext>
              </a:extLst>
            </p:cNvPr>
            <p:cNvCxnSpPr/>
            <p:nvPr/>
          </p:nvCxnSpPr>
          <p:spPr>
            <a:xfrm>
              <a:off x="1096850" y="3309850"/>
              <a:ext cx="3840600" cy="0"/>
            </a:xfrm>
            <a:prstGeom prst="straightConnector1">
              <a:avLst/>
            </a:prstGeom>
            <a:noFill/>
            <a:ln w="9525" cap="flat" cmpd="sng">
              <a:solidFill>
                <a:schemeClr val="dk2"/>
              </a:solidFill>
              <a:prstDash val="solid"/>
              <a:round/>
              <a:headEnd type="none" w="med" len="med"/>
              <a:tailEnd type="none" w="med" len="med"/>
            </a:ln>
          </p:spPr>
        </p:cxnSp>
        <p:grpSp>
          <p:nvGrpSpPr>
            <p:cNvPr id="22" name="Google Shape;1435;p35">
              <a:extLst>
                <a:ext uri="{FF2B5EF4-FFF2-40B4-BE49-F238E27FC236}">
                  <a16:creationId xmlns:a16="http://schemas.microsoft.com/office/drawing/2014/main" id="{0D654818-58D0-7FF4-E268-2D9575D1F9F5}"/>
                </a:ext>
              </a:extLst>
            </p:cNvPr>
            <p:cNvGrpSpPr/>
            <p:nvPr/>
          </p:nvGrpSpPr>
          <p:grpSpPr>
            <a:xfrm>
              <a:off x="4899464" y="3242811"/>
              <a:ext cx="134070" cy="134070"/>
              <a:chOff x="8382514" y="1084976"/>
              <a:chExt cx="265800" cy="265800"/>
            </a:xfrm>
          </p:grpSpPr>
          <p:sp>
            <p:nvSpPr>
              <p:cNvPr id="23" name="Google Shape;1436;p35">
                <a:extLst>
                  <a:ext uri="{FF2B5EF4-FFF2-40B4-BE49-F238E27FC236}">
                    <a16:creationId xmlns:a16="http://schemas.microsoft.com/office/drawing/2014/main" id="{2B633156-215D-4593-3974-511DC40A53D7}"/>
                  </a:ext>
                </a:extLst>
              </p:cNvPr>
              <p:cNvSpPr/>
              <p:nvPr/>
            </p:nvSpPr>
            <p:spPr>
              <a:xfrm>
                <a:off x="8442213" y="1144734"/>
                <a:ext cx="146400" cy="1464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437;p35">
                <a:extLst>
                  <a:ext uri="{FF2B5EF4-FFF2-40B4-BE49-F238E27FC236}">
                    <a16:creationId xmlns:a16="http://schemas.microsoft.com/office/drawing/2014/main" id="{96F1BC87-5A06-1638-0491-3D3B26DF8FFA}"/>
                  </a:ext>
                </a:extLst>
              </p:cNvPr>
              <p:cNvSpPr/>
              <p:nvPr/>
            </p:nvSpPr>
            <p:spPr>
              <a:xfrm>
                <a:off x="8382514" y="1084976"/>
                <a:ext cx="265800" cy="2658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5" name="Google Shape;1433;p35">
            <a:extLst>
              <a:ext uri="{FF2B5EF4-FFF2-40B4-BE49-F238E27FC236}">
                <a16:creationId xmlns:a16="http://schemas.microsoft.com/office/drawing/2014/main" id="{41CE566B-81C4-E412-21C5-8AAA397180CE}"/>
              </a:ext>
            </a:extLst>
          </p:cNvPr>
          <p:cNvGrpSpPr/>
          <p:nvPr/>
        </p:nvGrpSpPr>
        <p:grpSpPr>
          <a:xfrm>
            <a:off x="4405777" y="2182794"/>
            <a:ext cx="2399812" cy="138181"/>
            <a:chOff x="1096850" y="3242811"/>
            <a:chExt cx="3936683" cy="134070"/>
          </a:xfrm>
        </p:grpSpPr>
        <p:cxnSp>
          <p:nvCxnSpPr>
            <p:cNvPr id="26" name="Google Shape;1434;p35">
              <a:extLst>
                <a:ext uri="{FF2B5EF4-FFF2-40B4-BE49-F238E27FC236}">
                  <a16:creationId xmlns:a16="http://schemas.microsoft.com/office/drawing/2014/main" id="{42CF295C-3A79-1DBE-0E5A-E3A23E5EE0EC}"/>
                </a:ext>
              </a:extLst>
            </p:cNvPr>
            <p:cNvCxnSpPr/>
            <p:nvPr/>
          </p:nvCxnSpPr>
          <p:spPr>
            <a:xfrm>
              <a:off x="1096850" y="3309850"/>
              <a:ext cx="3840600" cy="0"/>
            </a:xfrm>
            <a:prstGeom prst="straightConnector1">
              <a:avLst/>
            </a:prstGeom>
            <a:noFill/>
            <a:ln w="9525" cap="flat" cmpd="sng">
              <a:solidFill>
                <a:schemeClr val="dk2"/>
              </a:solidFill>
              <a:prstDash val="solid"/>
              <a:round/>
              <a:headEnd type="none" w="med" len="med"/>
              <a:tailEnd type="none" w="med" len="med"/>
            </a:ln>
          </p:spPr>
        </p:cxnSp>
        <p:grpSp>
          <p:nvGrpSpPr>
            <p:cNvPr id="27" name="Google Shape;1435;p35">
              <a:extLst>
                <a:ext uri="{FF2B5EF4-FFF2-40B4-BE49-F238E27FC236}">
                  <a16:creationId xmlns:a16="http://schemas.microsoft.com/office/drawing/2014/main" id="{B0EF98D4-DB01-EE15-D34B-0D4B21EFF8F4}"/>
                </a:ext>
              </a:extLst>
            </p:cNvPr>
            <p:cNvGrpSpPr/>
            <p:nvPr/>
          </p:nvGrpSpPr>
          <p:grpSpPr>
            <a:xfrm>
              <a:off x="4899464" y="3242811"/>
              <a:ext cx="134070" cy="134070"/>
              <a:chOff x="8382514" y="1084976"/>
              <a:chExt cx="265800" cy="265800"/>
            </a:xfrm>
          </p:grpSpPr>
          <p:sp>
            <p:nvSpPr>
              <p:cNvPr id="28" name="Google Shape;1436;p35">
                <a:extLst>
                  <a:ext uri="{FF2B5EF4-FFF2-40B4-BE49-F238E27FC236}">
                    <a16:creationId xmlns:a16="http://schemas.microsoft.com/office/drawing/2014/main" id="{6A94F8B1-9B39-2479-3FF0-E2BDE4ED01E2}"/>
                  </a:ext>
                </a:extLst>
              </p:cNvPr>
              <p:cNvSpPr/>
              <p:nvPr/>
            </p:nvSpPr>
            <p:spPr>
              <a:xfrm>
                <a:off x="8442213" y="1144734"/>
                <a:ext cx="146400" cy="1464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437;p35">
                <a:extLst>
                  <a:ext uri="{FF2B5EF4-FFF2-40B4-BE49-F238E27FC236}">
                    <a16:creationId xmlns:a16="http://schemas.microsoft.com/office/drawing/2014/main" id="{96A60328-B652-FA2D-DA1B-FAAC17D849F2}"/>
                  </a:ext>
                </a:extLst>
              </p:cNvPr>
              <p:cNvSpPr/>
              <p:nvPr/>
            </p:nvSpPr>
            <p:spPr>
              <a:xfrm>
                <a:off x="8382514" y="1084976"/>
                <a:ext cx="265800" cy="2658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83"/>
        <p:cNvGrpSpPr/>
        <p:nvPr/>
      </p:nvGrpSpPr>
      <p:grpSpPr>
        <a:xfrm>
          <a:off x="0" y="0"/>
          <a:ext cx="0" cy="0"/>
          <a:chOff x="0" y="0"/>
          <a:chExt cx="0" cy="0"/>
        </a:xfrm>
      </p:grpSpPr>
      <p:sp>
        <p:nvSpPr>
          <p:cNvPr id="1484" name="Google Shape;1484;p38"/>
          <p:cNvSpPr txBox="1">
            <a:spLocks noGrp="1"/>
          </p:cNvSpPr>
          <p:nvPr>
            <p:ph type="title" idx="2"/>
          </p:nvPr>
        </p:nvSpPr>
        <p:spPr>
          <a:xfrm>
            <a:off x="720000" y="1025725"/>
            <a:ext cx="1702500" cy="9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sp>
        <p:nvSpPr>
          <p:cNvPr id="1485" name="Google Shape;1485;p38"/>
          <p:cNvSpPr txBox="1">
            <a:spLocks noGrp="1"/>
          </p:cNvSpPr>
          <p:nvPr>
            <p:ph type="subTitle" idx="1"/>
          </p:nvPr>
        </p:nvSpPr>
        <p:spPr>
          <a:xfrm>
            <a:off x="720000" y="3252375"/>
            <a:ext cx="5598000" cy="45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a:t>
            </a:r>
            <a:endParaRPr dirty="0"/>
          </a:p>
        </p:txBody>
      </p:sp>
      <p:grpSp>
        <p:nvGrpSpPr>
          <p:cNvPr id="1486" name="Google Shape;1486;p38"/>
          <p:cNvGrpSpPr/>
          <p:nvPr/>
        </p:nvGrpSpPr>
        <p:grpSpPr>
          <a:xfrm>
            <a:off x="-374387" y="3354325"/>
            <a:ext cx="3922590" cy="2969900"/>
            <a:chOff x="-374387" y="3354325"/>
            <a:chExt cx="3922590" cy="2969900"/>
          </a:xfrm>
        </p:grpSpPr>
        <p:pic>
          <p:nvPicPr>
            <p:cNvPr id="1487" name="Google Shape;1487;p38"/>
            <p:cNvPicPr preferRelativeResize="0"/>
            <p:nvPr/>
          </p:nvPicPr>
          <p:blipFill rotWithShape="1">
            <a:blip r:embed="rId3">
              <a:alphaModFix/>
            </a:blip>
            <a:srcRect l="16960" t="24718" r="7121" b="26177"/>
            <a:stretch/>
          </p:blipFill>
          <p:spPr>
            <a:xfrm>
              <a:off x="-374387" y="3354325"/>
              <a:ext cx="3891276" cy="2969900"/>
            </a:xfrm>
            <a:prstGeom prst="rect">
              <a:avLst/>
            </a:prstGeom>
            <a:noFill/>
            <a:ln>
              <a:noFill/>
            </a:ln>
          </p:spPr>
        </p:pic>
        <p:grpSp>
          <p:nvGrpSpPr>
            <p:cNvPr id="1488" name="Google Shape;1488;p38"/>
            <p:cNvGrpSpPr/>
            <p:nvPr/>
          </p:nvGrpSpPr>
          <p:grpSpPr>
            <a:xfrm>
              <a:off x="1853583" y="4445557"/>
              <a:ext cx="1694620" cy="1360169"/>
              <a:chOff x="7945225" y="4302000"/>
              <a:chExt cx="904666" cy="726121"/>
            </a:xfrm>
          </p:grpSpPr>
          <p:sp>
            <p:nvSpPr>
              <p:cNvPr id="1489" name="Google Shape;1489;p38"/>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8"/>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38"/>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492" name="Google Shape;1492;p38"/>
          <p:cNvSpPr txBox="1">
            <a:spLocks noGrp="1"/>
          </p:cNvSpPr>
          <p:nvPr>
            <p:ph type="title"/>
          </p:nvPr>
        </p:nvSpPr>
        <p:spPr>
          <a:xfrm>
            <a:off x="720000" y="2079325"/>
            <a:ext cx="55980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err="1"/>
              <a:t>Giới</a:t>
            </a:r>
            <a:r>
              <a:rPr lang="en-US" dirty="0"/>
              <a:t> </a:t>
            </a:r>
            <a:r>
              <a:rPr lang="en-US" dirty="0" err="1"/>
              <a:t>Thiệu</a:t>
            </a:r>
            <a:endParaRPr dirty="0"/>
          </a:p>
        </p:txBody>
      </p:sp>
      <p:grpSp>
        <p:nvGrpSpPr>
          <p:cNvPr id="1493" name="Google Shape;1493;p38"/>
          <p:cNvGrpSpPr/>
          <p:nvPr/>
        </p:nvGrpSpPr>
        <p:grpSpPr>
          <a:xfrm>
            <a:off x="6487513" y="-1301175"/>
            <a:ext cx="4268216" cy="6666030"/>
            <a:chOff x="6128138" y="-1301175"/>
            <a:chExt cx="4268216" cy="6666030"/>
          </a:xfrm>
        </p:grpSpPr>
        <p:sp>
          <p:nvSpPr>
            <p:cNvPr id="1494" name="Google Shape;1494;p38"/>
            <p:cNvSpPr/>
            <p:nvPr/>
          </p:nvSpPr>
          <p:spPr>
            <a:xfrm>
              <a:off x="6368175" y="103161"/>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8"/>
            <p:cNvSpPr/>
            <p:nvPr/>
          </p:nvSpPr>
          <p:spPr>
            <a:xfrm>
              <a:off x="6711143" y="81300"/>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8"/>
            <p:cNvSpPr/>
            <p:nvPr/>
          </p:nvSpPr>
          <p:spPr>
            <a:xfrm>
              <a:off x="7243039" y="2456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38"/>
            <p:cNvSpPr/>
            <p:nvPr/>
          </p:nvSpPr>
          <p:spPr>
            <a:xfrm>
              <a:off x="6875804" y="622450"/>
              <a:ext cx="1860443" cy="4595326"/>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8"/>
            <p:cNvSpPr/>
            <p:nvPr/>
          </p:nvSpPr>
          <p:spPr>
            <a:xfrm>
              <a:off x="6573850" y="621225"/>
              <a:ext cx="1860443" cy="4595326"/>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99" name="Google Shape;1499;p38"/>
            <p:cNvPicPr preferRelativeResize="0"/>
            <p:nvPr/>
          </p:nvPicPr>
          <p:blipFill rotWithShape="1">
            <a:blip r:embed="rId3">
              <a:alphaModFix/>
            </a:blip>
            <a:srcRect l="16960" t="24718" r="7121" b="26177"/>
            <a:stretch/>
          </p:blipFill>
          <p:spPr>
            <a:xfrm>
              <a:off x="6128138" y="-1301175"/>
              <a:ext cx="4198516" cy="3204401"/>
            </a:xfrm>
            <a:prstGeom prst="rect">
              <a:avLst/>
            </a:prstGeom>
            <a:noFill/>
            <a:ln>
              <a:noFill/>
            </a:ln>
          </p:spPr>
        </p:pic>
        <p:grpSp>
          <p:nvGrpSpPr>
            <p:cNvPr id="1500" name="Google Shape;1500;p38"/>
            <p:cNvGrpSpPr/>
            <p:nvPr/>
          </p:nvGrpSpPr>
          <p:grpSpPr>
            <a:xfrm rot="5400000">
              <a:off x="7873341" y="4254316"/>
              <a:ext cx="708100" cy="708500"/>
              <a:chOff x="3678700" y="407275"/>
              <a:chExt cx="708100" cy="708500"/>
            </a:xfrm>
          </p:grpSpPr>
          <p:sp>
            <p:nvSpPr>
              <p:cNvPr id="1501" name="Google Shape;1501;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8" name="Google Shape;1508;p38"/>
            <p:cNvGrpSpPr/>
            <p:nvPr/>
          </p:nvGrpSpPr>
          <p:grpSpPr>
            <a:xfrm rot="5400000">
              <a:off x="8639847" y="3354200"/>
              <a:ext cx="457787" cy="458045"/>
              <a:chOff x="3678700" y="407275"/>
              <a:chExt cx="708100" cy="708500"/>
            </a:xfrm>
          </p:grpSpPr>
          <p:sp>
            <p:nvSpPr>
              <p:cNvPr id="1509" name="Google Shape;1509;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6" name="Google Shape;1516;p38"/>
            <p:cNvGrpSpPr/>
            <p:nvPr/>
          </p:nvGrpSpPr>
          <p:grpSpPr>
            <a:xfrm>
              <a:off x="7787267" y="539497"/>
              <a:ext cx="208184" cy="208184"/>
              <a:chOff x="8356813" y="1074288"/>
              <a:chExt cx="351900" cy="351900"/>
            </a:xfrm>
          </p:grpSpPr>
          <p:sp>
            <p:nvSpPr>
              <p:cNvPr id="1517" name="Google Shape;1517;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9" name="Google Shape;1519;p38"/>
            <p:cNvGrpSpPr/>
            <p:nvPr/>
          </p:nvGrpSpPr>
          <p:grpSpPr>
            <a:xfrm>
              <a:off x="7194842" y="2467660"/>
              <a:ext cx="208184" cy="208184"/>
              <a:chOff x="8356813" y="1074288"/>
              <a:chExt cx="351900" cy="351900"/>
            </a:xfrm>
          </p:grpSpPr>
          <p:sp>
            <p:nvSpPr>
              <p:cNvPr id="1520" name="Google Shape;1520;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22" name="Google Shape;1522;p38"/>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3" name="Google Shape;1523;p38"/>
          <p:cNvGrpSpPr/>
          <p:nvPr/>
        </p:nvGrpSpPr>
        <p:grpSpPr>
          <a:xfrm>
            <a:off x="796100" y="3019701"/>
            <a:ext cx="4558967" cy="134100"/>
            <a:chOff x="796100" y="3019701"/>
            <a:chExt cx="4558967" cy="134100"/>
          </a:xfrm>
        </p:grpSpPr>
        <p:sp>
          <p:nvSpPr>
            <p:cNvPr id="1524" name="Google Shape;1524;p38"/>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25" name="Google Shape;1525;p38"/>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26" name="Google Shape;1526;p38"/>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30"/>
        <p:cNvGrpSpPr/>
        <p:nvPr/>
      </p:nvGrpSpPr>
      <p:grpSpPr>
        <a:xfrm>
          <a:off x="0" y="0"/>
          <a:ext cx="0" cy="0"/>
          <a:chOff x="0" y="0"/>
          <a:chExt cx="0" cy="0"/>
        </a:xfrm>
      </p:grpSpPr>
      <p:sp>
        <p:nvSpPr>
          <p:cNvPr id="1531" name="Google Shape;1531;p39"/>
          <p:cNvSpPr txBox="1">
            <a:spLocks noGrp="1"/>
          </p:cNvSpPr>
          <p:nvPr>
            <p:ph type="title"/>
          </p:nvPr>
        </p:nvSpPr>
        <p:spPr>
          <a:xfrm>
            <a:off x="618488" y="47831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Giới</a:t>
            </a:r>
            <a:r>
              <a:rPr lang="en-US" dirty="0"/>
              <a:t> </a:t>
            </a:r>
            <a:r>
              <a:rPr lang="en-US" dirty="0" err="1"/>
              <a:t>Thiệu</a:t>
            </a:r>
            <a:endParaRPr dirty="0"/>
          </a:p>
        </p:txBody>
      </p:sp>
      <p:sp>
        <p:nvSpPr>
          <p:cNvPr id="1532" name="Google Shape;1532;p39"/>
          <p:cNvSpPr txBox="1">
            <a:spLocks noGrp="1"/>
          </p:cNvSpPr>
          <p:nvPr>
            <p:ph type="subTitle" idx="1"/>
          </p:nvPr>
        </p:nvSpPr>
        <p:spPr>
          <a:xfrm>
            <a:off x="9781618" y="1415200"/>
            <a:ext cx="1198325" cy="183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
        <p:nvSpPr>
          <p:cNvPr id="1533" name="Google Shape;1533;p39"/>
          <p:cNvSpPr txBox="1">
            <a:spLocks noGrp="1"/>
          </p:cNvSpPr>
          <p:nvPr>
            <p:ph type="subTitle" idx="2"/>
          </p:nvPr>
        </p:nvSpPr>
        <p:spPr>
          <a:xfrm>
            <a:off x="742946" y="1082269"/>
            <a:ext cx="5538600" cy="311409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600" b="0" i="0" dirty="0">
                <a:solidFill>
                  <a:schemeClr val="tx1"/>
                </a:solidFill>
                <a:effectLst/>
                <a:latin typeface="Söhne"/>
              </a:rPr>
              <a:t>      </a:t>
            </a:r>
            <a:r>
              <a:rPr lang="vi-VN" sz="1600" b="0" i="0" dirty="0">
                <a:solidFill>
                  <a:schemeClr val="tx1"/>
                </a:solidFill>
                <a:effectLst/>
                <a:latin typeface="Söhne"/>
              </a:rPr>
              <a:t>Ý tưởng</a:t>
            </a:r>
            <a:r>
              <a:rPr lang="en-US" sz="1600" b="0" i="0" dirty="0">
                <a:solidFill>
                  <a:schemeClr val="tx1"/>
                </a:solidFill>
                <a:effectLst/>
                <a:latin typeface="Söhne"/>
              </a:rPr>
              <a:t>:</a:t>
            </a:r>
            <a:r>
              <a:rPr lang="vi-VN" sz="1600" b="0" i="0" dirty="0">
                <a:solidFill>
                  <a:schemeClr val="tx1"/>
                </a:solidFill>
                <a:effectLst/>
                <a:latin typeface="Söhne"/>
              </a:rPr>
              <a:t> WorkWise xuất phát từ nhu cầu ngày càng cao của con người trong việc quản lý công việc một cách hiệu quả và tổ chức thời gian thông minh. Cuộc sống hiện đại đòi hỏi chúng ta phải đối mặt với nhiều áp lực và </a:t>
            </a:r>
            <a:r>
              <a:rPr lang="en-US" sz="1600" b="0" i="0" dirty="0" err="1">
                <a:solidFill>
                  <a:schemeClr val="tx1"/>
                </a:solidFill>
                <a:effectLst/>
                <a:latin typeface="Söhne"/>
              </a:rPr>
              <a:t>quá</a:t>
            </a:r>
            <a:r>
              <a:rPr lang="en-US" sz="1600" b="0" i="0" dirty="0">
                <a:solidFill>
                  <a:schemeClr val="tx1"/>
                </a:solidFill>
                <a:effectLst/>
                <a:latin typeface="Söhne"/>
              </a:rPr>
              <a:t> </a:t>
            </a:r>
            <a:r>
              <a:rPr lang="en-US" sz="1600" b="0" i="0" dirty="0" err="1">
                <a:solidFill>
                  <a:schemeClr val="tx1"/>
                </a:solidFill>
                <a:effectLst/>
                <a:latin typeface="Söhne"/>
              </a:rPr>
              <a:t>nhiều</a:t>
            </a:r>
            <a:r>
              <a:rPr lang="en-US" sz="1600" b="0" i="0" dirty="0">
                <a:solidFill>
                  <a:schemeClr val="tx1"/>
                </a:solidFill>
                <a:effectLst/>
                <a:latin typeface="Söhne"/>
              </a:rPr>
              <a:t> </a:t>
            </a:r>
            <a:r>
              <a:rPr lang="vi-VN" sz="1600" b="0" i="0" dirty="0">
                <a:solidFill>
                  <a:schemeClr val="tx1"/>
                </a:solidFill>
                <a:effectLst/>
                <a:latin typeface="Söhne"/>
              </a:rPr>
              <a:t>công việ</a:t>
            </a:r>
            <a:r>
              <a:rPr lang="en-US" sz="1600" b="0" i="0" dirty="0">
                <a:solidFill>
                  <a:schemeClr val="tx1"/>
                </a:solidFill>
                <a:effectLst/>
                <a:latin typeface="Söhne"/>
              </a:rPr>
              <a:t>c</a:t>
            </a:r>
            <a:r>
              <a:rPr lang="vi-VN" sz="1600" b="0" i="0" dirty="0">
                <a:solidFill>
                  <a:schemeClr val="tx1"/>
                </a:solidFill>
                <a:effectLst/>
                <a:latin typeface="Söhne"/>
              </a:rPr>
              <a:t>, do đó việc </a:t>
            </a:r>
            <a:r>
              <a:rPr lang="en-US" sz="1600" b="0" i="0" dirty="0" err="1">
                <a:solidFill>
                  <a:schemeClr val="tx1"/>
                </a:solidFill>
                <a:effectLst/>
                <a:latin typeface="Söhne"/>
              </a:rPr>
              <a:t>quản</a:t>
            </a:r>
            <a:r>
              <a:rPr lang="en-US" sz="1600" b="0" i="0" dirty="0">
                <a:solidFill>
                  <a:schemeClr val="tx1"/>
                </a:solidFill>
                <a:effectLst/>
                <a:latin typeface="Söhne"/>
              </a:rPr>
              <a:t> </a:t>
            </a:r>
            <a:r>
              <a:rPr lang="en-US" sz="1600" b="0" i="0" dirty="0" err="1">
                <a:solidFill>
                  <a:schemeClr val="tx1"/>
                </a:solidFill>
                <a:effectLst/>
                <a:latin typeface="Söhne"/>
              </a:rPr>
              <a:t>lý</a:t>
            </a:r>
            <a:r>
              <a:rPr lang="en-US" sz="1600" b="0" i="0" dirty="0">
                <a:solidFill>
                  <a:schemeClr val="tx1"/>
                </a:solidFill>
                <a:effectLst/>
                <a:latin typeface="Söhne"/>
              </a:rPr>
              <a:t> </a:t>
            </a:r>
            <a:r>
              <a:rPr lang="en-US" sz="1600" b="0" i="0" dirty="0" err="1">
                <a:solidFill>
                  <a:schemeClr val="tx1"/>
                </a:solidFill>
                <a:effectLst/>
                <a:latin typeface="Söhne"/>
              </a:rPr>
              <a:t>và</a:t>
            </a:r>
            <a:r>
              <a:rPr lang="en-US" sz="1600" b="0" i="0" dirty="0">
                <a:solidFill>
                  <a:schemeClr val="tx1"/>
                </a:solidFill>
                <a:effectLst/>
                <a:latin typeface="Söhne"/>
              </a:rPr>
              <a:t> </a:t>
            </a:r>
            <a:r>
              <a:rPr lang="en-US" sz="1600" b="0" i="0" dirty="0" err="1">
                <a:solidFill>
                  <a:schemeClr val="tx1"/>
                </a:solidFill>
                <a:effectLst/>
                <a:latin typeface="Söhne"/>
              </a:rPr>
              <a:t>lên</a:t>
            </a:r>
            <a:r>
              <a:rPr lang="en-US" sz="1600" b="0" i="0" dirty="0">
                <a:solidFill>
                  <a:schemeClr val="tx1"/>
                </a:solidFill>
                <a:effectLst/>
                <a:latin typeface="Söhne"/>
              </a:rPr>
              <a:t> </a:t>
            </a:r>
            <a:r>
              <a:rPr lang="en-US" sz="1600" b="0" i="0" dirty="0" err="1">
                <a:solidFill>
                  <a:schemeClr val="tx1"/>
                </a:solidFill>
                <a:effectLst/>
                <a:latin typeface="Söhne"/>
              </a:rPr>
              <a:t>lịch</a:t>
            </a:r>
            <a:r>
              <a:rPr lang="en-US" sz="1600" b="0" i="0" dirty="0">
                <a:solidFill>
                  <a:schemeClr val="tx1"/>
                </a:solidFill>
                <a:effectLst/>
                <a:latin typeface="Söhne"/>
              </a:rPr>
              <a:t> </a:t>
            </a:r>
            <a:r>
              <a:rPr lang="vi-VN" sz="1600" b="0" i="0" dirty="0">
                <a:solidFill>
                  <a:schemeClr val="tx1"/>
                </a:solidFill>
                <a:effectLst/>
                <a:latin typeface="Söhne"/>
              </a:rPr>
              <a:t>là một thách thức lớn. WorkWise sẽ là một ứng dụng thông minh, hỗ trợ người dùng lên lịch trình, gắn nhãn ưu tiên, thiết lập nhắc nhở và phân tích hiệu suất làm việc mỗi ngày. Ứng dụng này sẽ thuộc lĩnh vực công nghệ thông tin và quản lý.</a:t>
            </a:r>
            <a:endParaRPr sz="1600" dirty="0">
              <a:solidFill>
                <a:schemeClr val="tx1"/>
              </a:solidFill>
            </a:endParaRPr>
          </a:p>
        </p:txBody>
      </p:sp>
      <p:grpSp>
        <p:nvGrpSpPr>
          <p:cNvPr id="1534" name="Google Shape;1534;p39"/>
          <p:cNvGrpSpPr/>
          <p:nvPr/>
        </p:nvGrpSpPr>
        <p:grpSpPr>
          <a:xfrm>
            <a:off x="-123925" y="4132283"/>
            <a:ext cx="4558967" cy="1141122"/>
            <a:chOff x="-123925" y="4132283"/>
            <a:chExt cx="4558967" cy="1141122"/>
          </a:xfrm>
        </p:grpSpPr>
        <p:grpSp>
          <p:nvGrpSpPr>
            <p:cNvPr id="1535" name="Google Shape;1535;p39"/>
            <p:cNvGrpSpPr/>
            <p:nvPr/>
          </p:nvGrpSpPr>
          <p:grpSpPr>
            <a:xfrm>
              <a:off x="-2" y="4132283"/>
              <a:ext cx="2308406" cy="1141122"/>
              <a:chOff x="-2" y="4132283"/>
              <a:chExt cx="2308406" cy="1141122"/>
            </a:xfrm>
          </p:grpSpPr>
          <p:sp>
            <p:nvSpPr>
              <p:cNvPr id="1536" name="Google Shape;1536;p39"/>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9"/>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8" name="Google Shape;1538;p39"/>
            <p:cNvGrpSpPr/>
            <p:nvPr/>
          </p:nvGrpSpPr>
          <p:grpSpPr>
            <a:xfrm>
              <a:off x="-123925" y="4386226"/>
              <a:ext cx="4558967" cy="134100"/>
              <a:chOff x="796100" y="3019701"/>
              <a:chExt cx="4558967" cy="134100"/>
            </a:xfrm>
          </p:grpSpPr>
          <p:sp>
            <p:nvSpPr>
              <p:cNvPr id="1539" name="Google Shape;1539;p3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40" name="Google Shape;1540;p3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1" name="Google Shape;1541;p3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Google Shape;2996;p55">
            <a:extLst>
              <a:ext uri="{FF2B5EF4-FFF2-40B4-BE49-F238E27FC236}">
                <a16:creationId xmlns:a16="http://schemas.microsoft.com/office/drawing/2014/main" id="{402F6B01-4E1D-5B06-B465-E4EAF9344B66}"/>
              </a:ext>
            </a:extLst>
          </p:cNvPr>
          <p:cNvSpPr/>
          <p:nvPr/>
        </p:nvSpPr>
        <p:spPr>
          <a:xfrm>
            <a:off x="6537645" y="610879"/>
            <a:ext cx="2088884" cy="3680750"/>
          </a:xfrm>
          <a:prstGeom prst="roundRect">
            <a:avLst>
              <a:gd name="adj" fmla="val 6295"/>
            </a:avLst>
          </a:prstGeom>
          <a:solidFill>
            <a:schemeClr val="accent3"/>
          </a:solidFill>
          <a:ln w="1905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tx1"/>
              </a:solidFill>
            </a:endParaRPr>
          </a:p>
        </p:txBody>
      </p:sp>
      <p:grpSp>
        <p:nvGrpSpPr>
          <p:cNvPr id="3" name="Google Shape;2998;p55">
            <a:extLst>
              <a:ext uri="{FF2B5EF4-FFF2-40B4-BE49-F238E27FC236}">
                <a16:creationId xmlns:a16="http://schemas.microsoft.com/office/drawing/2014/main" id="{BB14C756-133E-942C-08DB-DB3F46CF45C7}"/>
              </a:ext>
            </a:extLst>
          </p:cNvPr>
          <p:cNvGrpSpPr/>
          <p:nvPr/>
        </p:nvGrpSpPr>
        <p:grpSpPr>
          <a:xfrm>
            <a:off x="6732639" y="678656"/>
            <a:ext cx="1748438" cy="3557588"/>
            <a:chOff x="2524446" y="633821"/>
            <a:chExt cx="1848539" cy="3827596"/>
          </a:xfrm>
        </p:grpSpPr>
        <p:sp>
          <p:nvSpPr>
            <p:cNvPr id="4" name="Google Shape;2999;p55">
              <a:extLst>
                <a:ext uri="{FF2B5EF4-FFF2-40B4-BE49-F238E27FC236}">
                  <a16:creationId xmlns:a16="http://schemas.microsoft.com/office/drawing/2014/main" id="{37F477C3-A96A-CE7A-784C-09C15FC779C7}"/>
                </a:ext>
              </a:extLst>
            </p:cNvPr>
            <p:cNvSpPr/>
            <p:nvPr/>
          </p:nvSpPr>
          <p:spPr>
            <a:xfrm>
              <a:off x="2524446" y="759146"/>
              <a:ext cx="1848539" cy="3402504"/>
            </a:xfrm>
            <a:custGeom>
              <a:avLst/>
              <a:gdLst/>
              <a:ahLst/>
              <a:cxnLst/>
              <a:rect l="l" t="t" r="r" b="b"/>
              <a:pathLst>
                <a:path w="32538" h="60944" extrusionOk="0">
                  <a:moveTo>
                    <a:pt x="427" y="0"/>
                  </a:moveTo>
                  <a:cubicBezTo>
                    <a:pt x="198" y="0"/>
                    <a:pt x="1" y="197"/>
                    <a:pt x="1" y="426"/>
                  </a:cubicBezTo>
                  <a:lnTo>
                    <a:pt x="1" y="60533"/>
                  </a:lnTo>
                  <a:cubicBezTo>
                    <a:pt x="1" y="60763"/>
                    <a:pt x="198" y="60943"/>
                    <a:pt x="427" y="60943"/>
                  </a:cubicBezTo>
                  <a:lnTo>
                    <a:pt x="32128" y="60943"/>
                  </a:lnTo>
                  <a:cubicBezTo>
                    <a:pt x="32357" y="60943"/>
                    <a:pt x="32538" y="60763"/>
                    <a:pt x="32538" y="60533"/>
                  </a:cubicBezTo>
                  <a:lnTo>
                    <a:pt x="32538" y="426"/>
                  </a:lnTo>
                  <a:cubicBezTo>
                    <a:pt x="32538" y="197"/>
                    <a:pt x="32357" y="0"/>
                    <a:pt x="32128" y="0"/>
                  </a:cubicBezTo>
                  <a:close/>
                </a:path>
              </a:pathLst>
            </a:custGeom>
            <a:solidFill>
              <a:schemeClr val="accent1"/>
            </a:solidFill>
            <a:ln>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 name="Google Shape;3000;p55">
              <a:extLst>
                <a:ext uri="{FF2B5EF4-FFF2-40B4-BE49-F238E27FC236}">
                  <a16:creationId xmlns:a16="http://schemas.microsoft.com/office/drawing/2014/main" id="{795390EA-DB37-8E3F-1F2D-FCF9F64F7C1B}"/>
                </a:ext>
              </a:extLst>
            </p:cNvPr>
            <p:cNvSpPr/>
            <p:nvPr/>
          </p:nvSpPr>
          <p:spPr>
            <a:xfrm>
              <a:off x="3322396" y="4267278"/>
              <a:ext cx="225892" cy="194139"/>
            </a:xfrm>
            <a:custGeom>
              <a:avLst/>
              <a:gdLst/>
              <a:ahLst/>
              <a:cxnLst/>
              <a:rect l="l" t="t" r="r" b="b"/>
              <a:pathLst>
                <a:path w="3870" h="3326" extrusionOk="0">
                  <a:moveTo>
                    <a:pt x="2214" y="358"/>
                  </a:moveTo>
                  <a:lnTo>
                    <a:pt x="2214" y="375"/>
                  </a:lnTo>
                  <a:cubicBezTo>
                    <a:pt x="2935" y="375"/>
                    <a:pt x="3509" y="948"/>
                    <a:pt x="3525" y="1670"/>
                  </a:cubicBezTo>
                  <a:cubicBezTo>
                    <a:pt x="3525" y="2456"/>
                    <a:pt x="2882" y="2973"/>
                    <a:pt x="2212" y="2973"/>
                  </a:cubicBezTo>
                  <a:cubicBezTo>
                    <a:pt x="1890" y="2973"/>
                    <a:pt x="1562" y="2853"/>
                    <a:pt x="1296" y="2587"/>
                  </a:cubicBezTo>
                  <a:cubicBezTo>
                    <a:pt x="476" y="1768"/>
                    <a:pt x="1066" y="358"/>
                    <a:pt x="2214" y="358"/>
                  </a:cubicBezTo>
                  <a:close/>
                  <a:moveTo>
                    <a:pt x="2197" y="1"/>
                  </a:moveTo>
                  <a:cubicBezTo>
                    <a:pt x="1793" y="1"/>
                    <a:pt x="1383" y="152"/>
                    <a:pt x="1050" y="489"/>
                  </a:cubicBezTo>
                  <a:cubicBezTo>
                    <a:pt x="1" y="1538"/>
                    <a:pt x="739" y="3325"/>
                    <a:pt x="2214" y="3325"/>
                  </a:cubicBezTo>
                  <a:cubicBezTo>
                    <a:pt x="3132" y="3325"/>
                    <a:pt x="3869" y="2587"/>
                    <a:pt x="3869" y="1670"/>
                  </a:cubicBezTo>
                  <a:cubicBezTo>
                    <a:pt x="3869" y="669"/>
                    <a:pt x="3048" y="1"/>
                    <a:pt x="2197" y="1"/>
                  </a:cubicBezTo>
                  <a:close/>
                </a:path>
              </a:pathLst>
            </a:custGeom>
            <a:solidFill>
              <a:schemeClr val="accent1"/>
            </a:solidFill>
            <a:ln>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3001;p55">
              <a:extLst>
                <a:ext uri="{FF2B5EF4-FFF2-40B4-BE49-F238E27FC236}">
                  <a16:creationId xmlns:a16="http://schemas.microsoft.com/office/drawing/2014/main" id="{89BF9715-040F-7923-A344-0E98EE1E2509}"/>
                </a:ext>
              </a:extLst>
            </p:cNvPr>
            <p:cNvSpPr/>
            <p:nvPr/>
          </p:nvSpPr>
          <p:spPr>
            <a:xfrm>
              <a:off x="2778972" y="4354191"/>
              <a:ext cx="193321" cy="21072"/>
            </a:xfrm>
            <a:custGeom>
              <a:avLst/>
              <a:gdLst/>
              <a:ahLst/>
              <a:cxnLst/>
              <a:rect l="l" t="t" r="r" b="b"/>
              <a:pathLst>
                <a:path w="3312" h="361" extrusionOk="0">
                  <a:moveTo>
                    <a:pt x="1" y="0"/>
                  </a:moveTo>
                  <a:lnTo>
                    <a:pt x="1" y="361"/>
                  </a:lnTo>
                  <a:lnTo>
                    <a:pt x="3312" y="361"/>
                  </a:lnTo>
                  <a:lnTo>
                    <a:pt x="3312" y="0"/>
                  </a:lnTo>
                  <a:close/>
                </a:path>
              </a:pathLst>
            </a:custGeom>
            <a:solidFill>
              <a:schemeClr val="accent1"/>
            </a:solidFill>
            <a:ln>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3002;p55">
              <a:extLst>
                <a:ext uri="{FF2B5EF4-FFF2-40B4-BE49-F238E27FC236}">
                  <a16:creationId xmlns:a16="http://schemas.microsoft.com/office/drawing/2014/main" id="{6CDF5D4E-62F9-FE0A-F78C-BA33D7A848EB}"/>
                </a:ext>
              </a:extLst>
            </p:cNvPr>
            <p:cNvSpPr/>
            <p:nvPr/>
          </p:nvSpPr>
          <p:spPr>
            <a:xfrm>
              <a:off x="3929970" y="4307320"/>
              <a:ext cx="141664" cy="113880"/>
            </a:xfrm>
            <a:custGeom>
              <a:avLst/>
              <a:gdLst/>
              <a:ahLst/>
              <a:cxnLst/>
              <a:rect l="l" t="t" r="r" b="b"/>
              <a:pathLst>
                <a:path w="2427" h="1951" extrusionOk="0">
                  <a:moveTo>
                    <a:pt x="2328" y="0"/>
                  </a:moveTo>
                  <a:lnTo>
                    <a:pt x="328" y="656"/>
                  </a:lnTo>
                  <a:cubicBezTo>
                    <a:pt x="148" y="688"/>
                    <a:pt x="0" y="836"/>
                    <a:pt x="0" y="1033"/>
                  </a:cubicBezTo>
                  <a:cubicBezTo>
                    <a:pt x="0" y="1197"/>
                    <a:pt x="132" y="1328"/>
                    <a:pt x="361" y="1393"/>
                  </a:cubicBezTo>
                  <a:lnTo>
                    <a:pt x="2328" y="1951"/>
                  </a:lnTo>
                  <a:lnTo>
                    <a:pt x="2426" y="1606"/>
                  </a:lnTo>
                  <a:lnTo>
                    <a:pt x="459" y="1049"/>
                  </a:lnTo>
                  <a:cubicBezTo>
                    <a:pt x="427" y="1049"/>
                    <a:pt x="394" y="1033"/>
                    <a:pt x="377" y="1016"/>
                  </a:cubicBezTo>
                  <a:lnTo>
                    <a:pt x="427" y="1000"/>
                  </a:lnTo>
                  <a:lnTo>
                    <a:pt x="2426" y="344"/>
                  </a:lnTo>
                  <a:lnTo>
                    <a:pt x="2328" y="0"/>
                  </a:lnTo>
                  <a:close/>
                </a:path>
              </a:pathLst>
            </a:custGeom>
            <a:solidFill>
              <a:schemeClr val="accent1"/>
            </a:solidFill>
            <a:ln>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003;p55">
              <a:extLst>
                <a:ext uri="{FF2B5EF4-FFF2-40B4-BE49-F238E27FC236}">
                  <a16:creationId xmlns:a16="http://schemas.microsoft.com/office/drawing/2014/main" id="{8B242C6D-193C-E5BE-C60F-F689A199697A}"/>
                </a:ext>
              </a:extLst>
            </p:cNvPr>
            <p:cNvSpPr/>
            <p:nvPr/>
          </p:nvSpPr>
          <p:spPr>
            <a:xfrm>
              <a:off x="3157394" y="633821"/>
              <a:ext cx="555916" cy="33504"/>
            </a:xfrm>
            <a:custGeom>
              <a:avLst/>
              <a:gdLst/>
              <a:ahLst/>
              <a:cxnLst/>
              <a:rect l="l" t="t" r="r" b="b"/>
              <a:pathLst>
                <a:path w="9524" h="574" extrusionOk="0">
                  <a:moveTo>
                    <a:pt x="164" y="0"/>
                  </a:moveTo>
                  <a:cubicBezTo>
                    <a:pt x="82" y="0"/>
                    <a:pt x="0" y="82"/>
                    <a:pt x="0" y="164"/>
                  </a:cubicBezTo>
                  <a:lnTo>
                    <a:pt x="0" y="410"/>
                  </a:lnTo>
                  <a:cubicBezTo>
                    <a:pt x="0" y="492"/>
                    <a:pt x="82" y="574"/>
                    <a:pt x="164" y="574"/>
                  </a:cubicBezTo>
                  <a:lnTo>
                    <a:pt x="9359" y="574"/>
                  </a:lnTo>
                  <a:cubicBezTo>
                    <a:pt x="9458" y="574"/>
                    <a:pt x="9523" y="492"/>
                    <a:pt x="9523" y="410"/>
                  </a:cubicBezTo>
                  <a:lnTo>
                    <a:pt x="9523" y="164"/>
                  </a:lnTo>
                  <a:cubicBezTo>
                    <a:pt x="9523" y="82"/>
                    <a:pt x="9458" y="0"/>
                    <a:pt x="9359" y="0"/>
                  </a:cubicBezTo>
                  <a:close/>
                </a:path>
              </a:pathLst>
            </a:custGeom>
            <a:solidFill>
              <a:schemeClr val="accent1"/>
            </a:solidFill>
            <a:ln>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2" name="Picture 11">
            <a:extLst>
              <a:ext uri="{FF2B5EF4-FFF2-40B4-BE49-F238E27FC236}">
                <a16:creationId xmlns:a16="http://schemas.microsoft.com/office/drawing/2014/main" id="{D2AA86C1-F595-56EC-0FD5-65AAD9C11FB5}"/>
              </a:ext>
            </a:extLst>
          </p:cNvPr>
          <p:cNvPicPr>
            <a:picLocks noChangeAspect="1"/>
          </p:cNvPicPr>
          <p:nvPr/>
        </p:nvPicPr>
        <p:blipFill>
          <a:blip r:embed="rId3"/>
          <a:stretch>
            <a:fillRect/>
          </a:stretch>
        </p:blipFill>
        <p:spPr>
          <a:xfrm>
            <a:off x="6646519" y="795825"/>
            <a:ext cx="1878993" cy="3192278"/>
          </a:xfrm>
          <a:prstGeom prst="rect">
            <a:avLst/>
          </a:prstGeom>
          <a:ln>
            <a:solidFill>
              <a:schemeClr val="tx1"/>
            </a:solid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66"/>
        <p:cNvGrpSpPr/>
        <p:nvPr/>
      </p:nvGrpSpPr>
      <p:grpSpPr>
        <a:xfrm>
          <a:off x="0" y="0"/>
          <a:ext cx="0" cy="0"/>
          <a:chOff x="0" y="0"/>
          <a:chExt cx="0" cy="0"/>
        </a:xfrm>
      </p:grpSpPr>
      <p:sp>
        <p:nvSpPr>
          <p:cNvPr id="37" name="Rectangle: Rounded Corners 36">
            <a:extLst>
              <a:ext uri="{FF2B5EF4-FFF2-40B4-BE49-F238E27FC236}">
                <a16:creationId xmlns:a16="http://schemas.microsoft.com/office/drawing/2014/main" id="{08D70612-C228-398C-341B-30A2790752A6}"/>
              </a:ext>
            </a:extLst>
          </p:cNvPr>
          <p:cNvSpPr/>
          <p:nvPr/>
        </p:nvSpPr>
        <p:spPr>
          <a:xfrm>
            <a:off x="3521353" y="2032654"/>
            <a:ext cx="2382399" cy="1137119"/>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979D98D6-317C-281F-BDC2-93790B858843}"/>
              </a:ext>
            </a:extLst>
          </p:cNvPr>
          <p:cNvSpPr/>
          <p:nvPr/>
        </p:nvSpPr>
        <p:spPr>
          <a:xfrm>
            <a:off x="1040376" y="3409783"/>
            <a:ext cx="1748665" cy="889271"/>
          </a:xfrm>
          <a:prstGeom prst="ellipse">
            <a:avLst/>
          </a:prstGeom>
          <a:solidFill>
            <a:schemeClr val="bg1">
              <a:lumMod val="75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36" name="Oval 35">
            <a:extLst>
              <a:ext uri="{FF2B5EF4-FFF2-40B4-BE49-F238E27FC236}">
                <a16:creationId xmlns:a16="http://schemas.microsoft.com/office/drawing/2014/main" id="{5A67E80A-B3BF-C95B-24C8-0CF0011CCB48}"/>
              </a:ext>
            </a:extLst>
          </p:cNvPr>
          <p:cNvSpPr/>
          <p:nvPr/>
        </p:nvSpPr>
        <p:spPr>
          <a:xfrm>
            <a:off x="6515726" y="3138740"/>
            <a:ext cx="1835317" cy="1040354"/>
          </a:xfrm>
          <a:prstGeom prst="ellipse">
            <a:avLst/>
          </a:prstGeom>
          <a:solidFill>
            <a:schemeClr val="bg1">
              <a:lumMod val="75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870DFFCC-D66A-6C90-1430-F01602C6A2B9}"/>
              </a:ext>
            </a:extLst>
          </p:cNvPr>
          <p:cNvSpPr/>
          <p:nvPr/>
        </p:nvSpPr>
        <p:spPr>
          <a:xfrm>
            <a:off x="6406918" y="1050106"/>
            <a:ext cx="1748664" cy="954654"/>
          </a:xfrm>
          <a:prstGeom prst="ellipse">
            <a:avLst/>
          </a:prstGeom>
          <a:solidFill>
            <a:schemeClr val="bg1">
              <a:lumMod val="75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B30AEF97-260E-894F-39BF-D7F173CFDB7F}"/>
              </a:ext>
            </a:extLst>
          </p:cNvPr>
          <p:cNvSpPr/>
          <p:nvPr/>
        </p:nvSpPr>
        <p:spPr>
          <a:xfrm>
            <a:off x="1248753" y="844446"/>
            <a:ext cx="1748665" cy="1058841"/>
          </a:xfrm>
          <a:prstGeom prst="ellipse">
            <a:avLst/>
          </a:prstGeom>
          <a:solidFill>
            <a:schemeClr val="bg1">
              <a:lumMod val="75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1467" name="Google Shape;1467;p37"/>
          <p:cNvSpPr txBox="1">
            <a:spLocks noGrp="1"/>
          </p:cNvSpPr>
          <p:nvPr>
            <p:ph type="title"/>
          </p:nvPr>
        </p:nvSpPr>
        <p:spPr>
          <a:xfrm>
            <a:off x="3904655" y="2292516"/>
            <a:ext cx="1748214"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200" dirty="0" err="1">
                <a:solidFill>
                  <a:schemeClr val="tx1"/>
                </a:solidFill>
                <a:latin typeface="IBM Plex Mono"/>
                <a:ea typeface="IBM Plex Mono"/>
                <a:cs typeface="IBM Plex Mono"/>
                <a:sym typeface="IBM Plex Mono"/>
              </a:rPr>
              <a:t>Yếu</a:t>
            </a:r>
            <a:r>
              <a:rPr lang="en-US" sz="3200" dirty="0">
                <a:solidFill>
                  <a:schemeClr val="tx1"/>
                </a:solidFill>
                <a:latin typeface="IBM Plex Mono"/>
                <a:ea typeface="IBM Plex Mono"/>
                <a:cs typeface="IBM Plex Mono"/>
                <a:sym typeface="IBM Plex Mono"/>
              </a:rPr>
              <a:t> </a:t>
            </a:r>
            <a:r>
              <a:rPr lang="en-US" sz="3200" dirty="0" err="1">
                <a:solidFill>
                  <a:schemeClr val="tx1"/>
                </a:solidFill>
                <a:latin typeface="IBM Plex Mono"/>
                <a:ea typeface="IBM Plex Mono"/>
                <a:cs typeface="IBM Plex Mono"/>
                <a:sym typeface="IBM Plex Mono"/>
              </a:rPr>
              <a:t>Tố</a:t>
            </a:r>
            <a:endParaRPr sz="3200" dirty="0">
              <a:solidFill>
                <a:schemeClr val="tx1"/>
              </a:solidFill>
              <a:latin typeface="IBM Plex Mono"/>
              <a:ea typeface="IBM Plex Mono"/>
              <a:cs typeface="IBM Plex Mono"/>
              <a:sym typeface="IBM Plex Mono"/>
            </a:endParaRPr>
          </a:p>
        </p:txBody>
      </p:sp>
      <p:sp>
        <p:nvSpPr>
          <p:cNvPr id="1468" name="Google Shape;1468;p37"/>
          <p:cNvSpPr txBox="1">
            <a:spLocks noGrp="1"/>
          </p:cNvSpPr>
          <p:nvPr>
            <p:ph type="subTitle" idx="9"/>
          </p:nvPr>
        </p:nvSpPr>
        <p:spPr>
          <a:xfrm>
            <a:off x="1499855" y="1098729"/>
            <a:ext cx="1402638" cy="53258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err="1"/>
              <a:t>Hiệu</a:t>
            </a:r>
            <a:r>
              <a:rPr lang="en-US" dirty="0"/>
              <a:t> </a:t>
            </a:r>
            <a:r>
              <a:rPr lang="en-US" dirty="0" err="1"/>
              <a:t>Qủa</a:t>
            </a:r>
            <a:endParaRPr dirty="0"/>
          </a:p>
        </p:txBody>
      </p:sp>
      <p:sp>
        <p:nvSpPr>
          <p:cNvPr id="1470" name="Google Shape;1470;p37"/>
          <p:cNvSpPr txBox="1">
            <a:spLocks noGrp="1"/>
          </p:cNvSpPr>
          <p:nvPr>
            <p:ph type="subTitle" idx="2"/>
          </p:nvPr>
        </p:nvSpPr>
        <p:spPr>
          <a:xfrm>
            <a:off x="9593825" y="2269649"/>
            <a:ext cx="884903" cy="77132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
        <p:nvSpPr>
          <p:cNvPr id="1473" name="Google Shape;1473;p37"/>
          <p:cNvSpPr txBox="1">
            <a:spLocks noGrp="1"/>
          </p:cNvSpPr>
          <p:nvPr>
            <p:ph type="title" idx="5"/>
          </p:nvPr>
        </p:nvSpPr>
        <p:spPr>
          <a:xfrm>
            <a:off x="720003" y="1344775"/>
            <a:ext cx="105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 </a:t>
            </a:r>
            <a:endParaRPr dirty="0"/>
          </a:p>
        </p:txBody>
      </p:sp>
      <p:sp>
        <p:nvSpPr>
          <p:cNvPr id="1474" name="Google Shape;1474;p37"/>
          <p:cNvSpPr txBox="1">
            <a:spLocks noGrp="1"/>
          </p:cNvSpPr>
          <p:nvPr>
            <p:ph type="title" idx="6"/>
          </p:nvPr>
        </p:nvSpPr>
        <p:spPr>
          <a:xfrm>
            <a:off x="720003" y="3040971"/>
            <a:ext cx="105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 </a:t>
            </a:r>
            <a:endParaRPr dirty="0"/>
          </a:p>
        </p:txBody>
      </p:sp>
      <p:sp>
        <p:nvSpPr>
          <p:cNvPr id="1475" name="Google Shape;1475;p37"/>
          <p:cNvSpPr txBox="1">
            <a:spLocks noGrp="1"/>
          </p:cNvSpPr>
          <p:nvPr>
            <p:ph type="title" idx="7"/>
          </p:nvPr>
        </p:nvSpPr>
        <p:spPr>
          <a:xfrm>
            <a:off x="4366698" y="1344775"/>
            <a:ext cx="105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 </a:t>
            </a:r>
            <a:endParaRPr dirty="0"/>
          </a:p>
        </p:txBody>
      </p:sp>
      <p:sp>
        <p:nvSpPr>
          <p:cNvPr id="1476" name="Google Shape;1476;p37"/>
          <p:cNvSpPr txBox="1">
            <a:spLocks noGrp="1"/>
          </p:cNvSpPr>
          <p:nvPr>
            <p:ph type="title" idx="8"/>
          </p:nvPr>
        </p:nvSpPr>
        <p:spPr>
          <a:xfrm>
            <a:off x="4366698" y="3040971"/>
            <a:ext cx="1057500" cy="64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 </a:t>
            </a:r>
            <a:endParaRPr dirty="0"/>
          </a:p>
        </p:txBody>
      </p:sp>
      <p:sp>
        <p:nvSpPr>
          <p:cNvPr id="1477" name="Google Shape;1477;p37"/>
          <p:cNvSpPr txBox="1">
            <a:spLocks noGrp="1"/>
          </p:cNvSpPr>
          <p:nvPr>
            <p:ph type="subTitle" idx="13"/>
          </p:nvPr>
        </p:nvSpPr>
        <p:spPr>
          <a:xfrm>
            <a:off x="6616190" y="1344775"/>
            <a:ext cx="1397203"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err="1"/>
              <a:t>Đơn</a:t>
            </a:r>
            <a:r>
              <a:rPr lang="en-US" dirty="0"/>
              <a:t> </a:t>
            </a:r>
            <a:r>
              <a:rPr lang="en-US" dirty="0" err="1"/>
              <a:t>Giản</a:t>
            </a:r>
            <a:endParaRPr dirty="0"/>
          </a:p>
        </p:txBody>
      </p:sp>
      <p:sp>
        <p:nvSpPr>
          <p:cNvPr id="1478" name="Google Shape;1478;p37"/>
          <p:cNvSpPr txBox="1">
            <a:spLocks noGrp="1"/>
          </p:cNvSpPr>
          <p:nvPr>
            <p:ph type="subTitle" idx="14"/>
          </p:nvPr>
        </p:nvSpPr>
        <p:spPr>
          <a:xfrm>
            <a:off x="1332753" y="3341881"/>
            <a:ext cx="1317577" cy="750956"/>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err="1"/>
              <a:t>Mượt</a:t>
            </a:r>
            <a:r>
              <a:rPr lang="en-US" dirty="0"/>
              <a:t> </a:t>
            </a:r>
            <a:r>
              <a:rPr lang="en-US" dirty="0" err="1"/>
              <a:t>Mà</a:t>
            </a:r>
            <a:endParaRPr dirty="0"/>
          </a:p>
        </p:txBody>
      </p:sp>
      <p:sp>
        <p:nvSpPr>
          <p:cNvPr id="1479" name="Google Shape;1479;p37"/>
          <p:cNvSpPr txBox="1">
            <a:spLocks noGrp="1"/>
          </p:cNvSpPr>
          <p:nvPr>
            <p:ph type="subTitle" idx="15"/>
          </p:nvPr>
        </p:nvSpPr>
        <p:spPr>
          <a:xfrm>
            <a:off x="6755322" y="3457767"/>
            <a:ext cx="1348302"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err="1"/>
              <a:t>Tiện</a:t>
            </a:r>
            <a:r>
              <a:rPr lang="en-US" dirty="0"/>
              <a:t> </a:t>
            </a:r>
            <a:r>
              <a:rPr lang="en-US" dirty="0" err="1"/>
              <a:t>Lợi</a:t>
            </a:r>
            <a:endParaRPr dirty="0"/>
          </a:p>
        </p:txBody>
      </p:sp>
      <p:sp>
        <p:nvSpPr>
          <p:cNvPr id="7" name="Subtitle 6">
            <a:extLst>
              <a:ext uri="{FF2B5EF4-FFF2-40B4-BE49-F238E27FC236}">
                <a16:creationId xmlns:a16="http://schemas.microsoft.com/office/drawing/2014/main" id="{22E2ACD0-CC94-C19A-FC78-1E30E198593B}"/>
              </a:ext>
            </a:extLst>
          </p:cNvPr>
          <p:cNvSpPr>
            <a:spLocks noGrp="1"/>
          </p:cNvSpPr>
          <p:nvPr>
            <p:ph type="subTitle" idx="4"/>
          </p:nvPr>
        </p:nvSpPr>
        <p:spPr>
          <a:xfrm>
            <a:off x="9593825" y="1592537"/>
            <a:ext cx="519744" cy="604200"/>
          </a:xfrm>
        </p:spPr>
        <p:txBody>
          <a:bodyPr/>
          <a:lstStyle/>
          <a:p>
            <a:endParaRPr lang="en-US" dirty="0"/>
          </a:p>
          <a:p>
            <a:endParaRPr lang="en-US" dirty="0"/>
          </a:p>
          <a:p>
            <a:endParaRPr lang="en-US" dirty="0"/>
          </a:p>
        </p:txBody>
      </p:sp>
      <p:sp>
        <p:nvSpPr>
          <p:cNvPr id="9" name="Subtitle 8">
            <a:extLst>
              <a:ext uri="{FF2B5EF4-FFF2-40B4-BE49-F238E27FC236}">
                <a16:creationId xmlns:a16="http://schemas.microsoft.com/office/drawing/2014/main" id="{C0844D4B-AF1A-8060-1316-3B4C6C2D922A}"/>
              </a:ext>
            </a:extLst>
          </p:cNvPr>
          <p:cNvSpPr>
            <a:spLocks noGrp="1"/>
          </p:cNvSpPr>
          <p:nvPr>
            <p:ph type="subTitle" idx="3"/>
          </p:nvPr>
        </p:nvSpPr>
        <p:spPr>
          <a:xfrm>
            <a:off x="2650330" y="3940900"/>
            <a:ext cx="730669" cy="604200"/>
          </a:xfrm>
        </p:spPr>
        <p:txBody>
          <a:bodyPr/>
          <a:lstStyle/>
          <a:p>
            <a:r>
              <a:rPr lang="en-US" dirty="0"/>
              <a:t> </a:t>
            </a:r>
          </a:p>
        </p:txBody>
      </p:sp>
      <p:cxnSp>
        <p:nvCxnSpPr>
          <p:cNvPr id="43" name="Straight Arrow Connector 42">
            <a:extLst>
              <a:ext uri="{FF2B5EF4-FFF2-40B4-BE49-F238E27FC236}">
                <a16:creationId xmlns:a16="http://schemas.microsoft.com/office/drawing/2014/main" id="{7F9E345A-9EF0-330E-1B0B-474D1B771B4D}"/>
              </a:ext>
            </a:extLst>
          </p:cNvPr>
          <p:cNvCxnSpPr/>
          <p:nvPr/>
        </p:nvCxnSpPr>
        <p:spPr>
          <a:xfrm flipH="1" flipV="1">
            <a:off x="2902493" y="1592537"/>
            <a:ext cx="685070" cy="514869"/>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EF0587E7-2F8A-3EE6-FFA9-A434CC0492C5}"/>
              </a:ext>
            </a:extLst>
          </p:cNvPr>
          <p:cNvCxnSpPr/>
          <p:nvPr/>
        </p:nvCxnSpPr>
        <p:spPr>
          <a:xfrm flipH="1">
            <a:off x="2789041" y="3138740"/>
            <a:ext cx="732312" cy="578619"/>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FA4A2B41-2AF3-11EC-1346-939258426610}"/>
              </a:ext>
            </a:extLst>
          </p:cNvPr>
          <p:cNvCxnSpPr/>
          <p:nvPr/>
        </p:nvCxnSpPr>
        <p:spPr>
          <a:xfrm flipV="1">
            <a:off x="5903752" y="1747075"/>
            <a:ext cx="589920" cy="378043"/>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1621F003-A45B-320A-0723-0664C2F1F3BB}"/>
              </a:ext>
            </a:extLst>
          </p:cNvPr>
          <p:cNvCxnSpPr/>
          <p:nvPr/>
        </p:nvCxnSpPr>
        <p:spPr>
          <a:xfrm>
            <a:off x="5903752" y="3040970"/>
            <a:ext cx="611974" cy="480899"/>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87200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45"/>
        <p:cNvGrpSpPr/>
        <p:nvPr/>
      </p:nvGrpSpPr>
      <p:grpSpPr>
        <a:xfrm>
          <a:off x="0" y="0"/>
          <a:ext cx="0" cy="0"/>
          <a:chOff x="0" y="0"/>
          <a:chExt cx="0" cy="0"/>
        </a:xfrm>
      </p:grpSpPr>
      <p:grpSp>
        <p:nvGrpSpPr>
          <p:cNvPr id="1546" name="Google Shape;1546;p40"/>
          <p:cNvGrpSpPr/>
          <p:nvPr/>
        </p:nvGrpSpPr>
        <p:grpSpPr>
          <a:xfrm>
            <a:off x="-2765817" y="-2958610"/>
            <a:ext cx="8164418" cy="6343459"/>
            <a:chOff x="-2613417" y="-2806210"/>
            <a:chExt cx="8164418" cy="6343459"/>
          </a:xfrm>
        </p:grpSpPr>
        <p:grpSp>
          <p:nvGrpSpPr>
            <p:cNvPr id="1547" name="Google Shape;1547;p40"/>
            <p:cNvGrpSpPr/>
            <p:nvPr/>
          </p:nvGrpSpPr>
          <p:grpSpPr>
            <a:xfrm>
              <a:off x="-2613417" y="-2806210"/>
              <a:ext cx="8164418" cy="6343459"/>
              <a:chOff x="-2613417" y="-2806210"/>
              <a:chExt cx="8164418" cy="6343459"/>
            </a:xfrm>
          </p:grpSpPr>
          <p:grpSp>
            <p:nvGrpSpPr>
              <p:cNvPr id="1548" name="Google Shape;1548;p40"/>
              <p:cNvGrpSpPr/>
              <p:nvPr/>
            </p:nvGrpSpPr>
            <p:grpSpPr>
              <a:xfrm>
                <a:off x="-191059" y="95963"/>
                <a:ext cx="1538562" cy="971589"/>
                <a:chOff x="-191059" y="95963"/>
                <a:chExt cx="1538562" cy="971589"/>
              </a:xfrm>
            </p:grpSpPr>
            <p:grpSp>
              <p:nvGrpSpPr>
                <p:cNvPr id="1549" name="Google Shape;1549;p40"/>
                <p:cNvGrpSpPr/>
                <p:nvPr/>
              </p:nvGrpSpPr>
              <p:grpSpPr>
                <a:xfrm>
                  <a:off x="-191059" y="201619"/>
                  <a:ext cx="904284" cy="865933"/>
                  <a:chOff x="2038491" y="-937756"/>
                  <a:chExt cx="904284" cy="865933"/>
                </a:xfrm>
              </p:grpSpPr>
              <p:grpSp>
                <p:nvGrpSpPr>
                  <p:cNvPr id="1550" name="Google Shape;1550;p40"/>
                  <p:cNvGrpSpPr/>
                  <p:nvPr/>
                </p:nvGrpSpPr>
                <p:grpSpPr>
                  <a:xfrm>
                    <a:off x="2096570" y="-863491"/>
                    <a:ext cx="717621" cy="717392"/>
                    <a:chOff x="1483457" y="3953671"/>
                    <a:chExt cx="717621" cy="717392"/>
                  </a:xfrm>
                </p:grpSpPr>
                <p:sp>
                  <p:nvSpPr>
                    <p:cNvPr id="1551" name="Google Shape;1551;p40"/>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40"/>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553;p40"/>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554;p40"/>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40"/>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56" name="Google Shape;1556;p40"/>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7" name="Google Shape;1557;p40"/>
                <p:cNvGrpSpPr/>
                <p:nvPr/>
              </p:nvGrpSpPr>
              <p:grpSpPr>
                <a:xfrm>
                  <a:off x="584533" y="95963"/>
                  <a:ext cx="473483" cy="453403"/>
                  <a:chOff x="2038491" y="-937756"/>
                  <a:chExt cx="904284" cy="865933"/>
                </a:xfrm>
              </p:grpSpPr>
              <p:grpSp>
                <p:nvGrpSpPr>
                  <p:cNvPr id="1558" name="Google Shape;1558;p40"/>
                  <p:cNvGrpSpPr/>
                  <p:nvPr/>
                </p:nvGrpSpPr>
                <p:grpSpPr>
                  <a:xfrm>
                    <a:off x="2096570" y="-863491"/>
                    <a:ext cx="717621" cy="717392"/>
                    <a:chOff x="1483457" y="3953671"/>
                    <a:chExt cx="717621" cy="717392"/>
                  </a:xfrm>
                </p:grpSpPr>
                <p:sp>
                  <p:nvSpPr>
                    <p:cNvPr id="1559" name="Google Shape;1559;p40"/>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40"/>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40"/>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40"/>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40"/>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64" name="Google Shape;1564;p40"/>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5" name="Google Shape;1565;p40"/>
                <p:cNvGrpSpPr/>
                <p:nvPr/>
              </p:nvGrpSpPr>
              <p:grpSpPr>
                <a:xfrm>
                  <a:off x="530445" y="481913"/>
                  <a:ext cx="473483" cy="453403"/>
                  <a:chOff x="2038491" y="-937756"/>
                  <a:chExt cx="904284" cy="865933"/>
                </a:xfrm>
              </p:grpSpPr>
              <p:grpSp>
                <p:nvGrpSpPr>
                  <p:cNvPr id="1566" name="Google Shape;1566;p40"/>
                  <p:cNvGrpSpPr/>
                  <p:nvPr/>
                </p:nvGrpSpPr>
                <p:grpSpPr>
                  <a:xfrm>
                    <a:off x="2096570" y="-863491"/>
                    <a:ext cx="717621" cy="717392"/>
                    <a:chOff x="1483457" y="3953671"/>
                    <a:chExt cx="717621" cy="717392"/>
                  </a:xfrm>
                </p:grpSpPr>
                <p:sp>
                  <p:nvSpPr>
                    <p:cNvPr id="1567" name="Google Shape;1567;p40"/>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568;p40"/>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569;p40"/>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40"/>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40"/>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72" name="Google Shape;1572;p40"/>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3" name="Google Shape;1573;p40"/>
                <p:cNvGrpSpPr/>
                <p:nvPr/>
              </p:nvGrpSpPr>
              <p:grpSpPr>
                <a:xfrm>
                  <a:off x="874020" y="312788"/>
                  <a:ext cx="473483" cy="453403"/>
                  <a:chOff x="2038491" y="-937756"/>
                  <a:chExt cx="904284" cy="865933"/>
                </a:xfrm>
              </p:grpSpPr>
              <p:grpSp>
                <p:nvGrpSpPr>
                  <p:cNvPr id="1574" name="Google Shape;1574;p40"/>
                  <p:cNvGrpSpPr/>
                  <p:nvPr/>
                </p:nvGrpSpPr>
                <p:grpSpPr>
                  <a:xfrm>
                    <a:off x="2096570" y="-863491"/>
                    <a:ext cx="717621" cy="717392"/>
                    <a:chOff x="1483457" y="3953671"/>
                    <a:chExt cx="717621" cy="717392"/>
                  </a:xfrm>
                </p:grpSpPr>
                <p:sp>
                  <p:nvSpPr>
                    <p:cNvPr id="1575" name="Google Shape;1575;p40"/>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40"/>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40"/>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40"/>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40"/>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80" name="Google Shape;1580;p40"/>
                  <p:cNvSpPr/>
                  <p:nvPr/>
                </p:nvSpPr>
                <p:spPr>
                  <a:xfrm>
                    <a:off x="2038491" y="-937756"/>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81" name="Google Shape;1581;p40"/>
              <p:cNvGrpSpPr/>
              <p:nvPr/>
            </p:nvGrpSpPr>
            <p:grpSpPr>
              <a:xfrm rot="-7479050">
                <a:off x="-2051246" y="-1642948"/>
                <a:ext cx="4889863" cy="3931229"/>
                <a:chOff x="7103825" y="-713112"/>
                <a:chExt cx="3785226" cy="3043150"/>
              </a:xfrm>
            </p:grpSpPr>
            <p:sp>
              <p:nvSpPr>
                <p:cNvPr id="1582" name="Google Shape;1582;p40"/>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83" name="Google Shape;1583;p40"/>
                <p:cNvPicPr preferRelativeResize="0"/>
                <p:nvPr/>
              </p:nvPicPr>
              <p:blipFill rotWithShape="1">
                <a:blip r:embed="rId3">
                  <a:alphaModFix/>
                </a:blip>
                <a:srcRect t="17657" b="17663"/>
                <a:stretch/>
              </p:blipFill>
              <p:spPr>
                <a:xfrm>
                  <a:off x="7103825" y="-713112"/>
                  <a:ext cx="3785226" cy="2888974"/>
                </a:xfrm>
                <a:prstGeom prst="rect">
                  <a:avLst/>
                </a:prstGeom>
                <a:noFill/>
                <a:ln>
                  <a:noFill/>
                </a:ln>
              </p:spPr>
            </p:pic>
          </p:grpSp>
          <p:grpSp>
            <p:nvGrpSpPr>
              <p:cNvPr id="1584" name="Google Shape;1584;p40"/>
              <p:cNvGrpSpPr/>
              <p:nvPr/>
            </p:nvGrpSpPr>
            <p:grpSpPr>
              <a:xfrm>
                <a:off x="-640220" y="-2653973"/>
                <a:ext cx="6191222" cy="6191222"/>
                <a:chOff x="-640220" y="-2502423"/>
                <a:chExt cx="6191222" cy="6191222"/>
              </a:xfrm>
            </p:grpSpPr>
            <p:sp>
              <p:nvSpPr>
                <p:cNvPr id="1585" name="Google Shape;1585;p40"/>
                <p:cNvSpPr/>
                <p:nvPr/>
              </p:nvSpPr>
              <p:spPr>
                <a:xfrm rot="-8100000">
                  <a:off x="452224" y="-1781500"/>
                  <a:ext cx="4006334" cy="4749375"/>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40"/>
                <p:cNvSpPr/>
                <p:nvPr/>
              </p:nvSpPr>
              <p:spPr>
                <a:xfrm rot="-8100000">
                  <a:off x="83608" y="-617740"/>
                  <a:ext cx="2925242" cy="3057723"/>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87" name="Google Shape;1587;p40"/>
            <p:cNvGrpSpPr/>
            <p:nvPr/>
          </p:nvGrpSpPr>
          <p:grpSpPr>
            <a:xfrm>
              <a:off x="-12" y="-195650"/>
              <a:ext cx="439200" cy="439100"/>
              <a:chOff x="1101075" y="2142375"/>
              <a:chExt cx="439200" cy="439100"/>
            </a:xfrm>
          </p:grpSpPr>
          <p:sp>
            <p:nvSpPr>
              <p:cNvPr id="1588" name="Google Shape;1588;p4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4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90" name="Google Shape;1590;p40"/>
          <p:cNvGrpSpPr/>
          <p:nvPr/>
        </p:nvGrpSpPr>
        <p:grpSpPr>
          <a:xfrm>
            <a:off x="4605344" y="2412775"/>
            <a:ext cx="5765856" cy="4103650"/>
            <a:chOff x="4452944" y="2184175"/>
            <a:chExt cx="5765856" cy="4103650"/>
          </a:xfrm>
        </p:grpSpPr>
        <p:pic>
          <p:nvPicPr>
            <p:cNvPr id="1591" name="Google Shape;1591;p40"/>
            <p:cNvPicPr preferRelativeResize="0"/>
            <p:nvPr/>
          </p:nvPicPr>
          <p:blipFill rotWithShape="1">
            <a:blip r:embed="rId4">
              <a:alphaModFix/>
            </a:blip>
            <a:srcRect l="16960" t="24718" r="7121" b="26177"/>
            <a:stretch/>
          </p:blipFill>
          <p:spPr>
            <a:xfrm rot="-5400000" flipH="1">
              <a:off x="6600975" y="2670000"/>
              <a:ext cx="4103650" cy="3132000"/>
            </a:xfrm>
            <a:prstGeom prst="rect">
              <a:avLst/>
            </a:prstGeom>
            <a:noFill/>
            <a:ln>
              <a:noFill/>
            </a:ln>
          </p:spPr>
        </p:pic>
        <p:grpSp>
          <p:nvGrpSpPr>
            <p:cNvPr id="1592" name="Google Shape;1592;p40"/>
            <p:cNvGrpSpPr/>
            <p:nvPr/>
          </p:nvGrpSpPr>
          <p:grpSpPr>
            <a:xfrm rot="-5400000" flipH="1">
              <a:off x="8074852" y="4089881"/>
              <a:ext cx="1478405" cy="1186772"/>
              <a:chOff x="7945225" y="4302000"/>
              <a:chExt cx="904666" cy="726121"/>
            </a:xfrm>
          </p:grpSpPr>
          <p:sp>
            <p:nvSpPr>
              <p:cNvPr id="1593" name="Google Shape;1593;p40"/>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1594;p40"/>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1595;p40"/>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96" name="Google Shape;1596;p40"/>
            <p:cNvSpPr/>
            <p:nvPr/>
          </p:nvSpPr>
          <p:spPr>
            <a:xfrm rot="-5400000" flipH="1">
              <a:off x="5435889" y="1481375"/>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97" name="Google Shape;1597;p40"/>
            <p:cNvGrpSpPr/>
            <p:nvPr/>
          </p:nvGrpSpPr>
          <p:grpSpPr>
            <a:xfrm rot="-5400000" flipH="1">
              <a:off x="7140078" y="3883230"/>
              <a:ext cx="134004" cy="134004"/>
              <a:chOff x="8356813" y="1074288"/>
              <a:chExt cx="351900" cy="351900"/>
            </a:xfrm>
          </p:grpSpPr>
          <p:sp>
            <p:nvSpPr>
              <p:cNvPr id="1598" name="Google Shape;1598;p4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1599;p4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00" name="Google Shape;1600;p40"/>
            <p:cNvGrpSpPr/>
            <p:nvPr/>
          </p:nvGrpSpPr>
          <p:grpSpPr>
            <a:xfrm rot="-5400000" flipH="1">
              <a:off x="6766253" y="3499155"/>
              <a:ext cx="134004" cy="134004"/>
              <a:chOff x="8356813" y="1074288"/>
              <a:chExt cx="351900" cy="351900"/>
            </a:xfrm>
          </p:grpSpPr>
          <p:sp>
            <p:nvSpPr>
              <p:cNvPr id="1601" name="Google Shape;1601;p4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4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03" name="Google Shape;1603;p40"/>
            <p:cNvSpPr/>
            <p:nvPr/>
          </p:nvSpPr>
          <p:spPr>
            <a:xfrm rot="5400000" flipH="1">
              <a:off x="6561314" y="2368138"/>
              <a:ext cx="1902692" cy="406951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40"/>
            <p:cNvSpPr/>
            <p:nvPr/>
          </p:nvSpPr>
          <p:spPr>
            <a:xfrm rot="5400000" flipH="1">
              <a:off x="6562398" y="2676948"/>
              <a:ext cx="1902692" cy="406951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05" name="Google Shape;1605;p40"/>
            <p:cNvGrpSpPr/>
            <p:nvPr/>
          </p:nvGrpSpPr>
          <p:grpSpPr>
            <a:xfrm rot="-5400000" flipH="1">
              <a:off x="7404606" y="3451356"/>
              <a:ext cx="582050" cy="582425"/>
              <a:chOff x="959750" y="3039275"/>
              <a:chExt cx="582050" cy="582425"/>
            </a:xfrm>
          </p:grpSpPr>
          <p:sp>
            <p:nvSpPr>
              <p:cNvPr id="1606" name="Google Shape;1606;p4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4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4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4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4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4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4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3" name="Google Shape;1613;p40"/>
            <p:cNvGrpSpPr/>
            <p:nvPr/>
          </p:nvGrpSpPr>
          <p:grpSpPr>
            <a:xfrm rot="-5400000" flipH="1">
              <a:off x="7237650" y="4201057"/>
              <a:ext cx="699928" cy="1651024"/>
              <a:chOff x="8337812" y="3492483"/>
              <a:chExt cx="699928" cy="1651024"/>
            </a:xfrm>
          </p:grpSpPr>
          <p:sp>
            <p:nvSpPr>
              <p:cNvPr id="1614" name="Google Shape;1614;p40"/>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40"/>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40"/>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17" name="Google Shape;1617;p40"/>
            <p:cNvSpPr/>
            <p:nvPr/>
          </p:nvSpPr>
          <p:spPr>
            <a:xfrm rot="147769" flipH="1">
              <a:off x="7025973" y="4504982"/>
              <a:ext cx="454547" cy="449759"/>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40"/>
            <p:cNvSpPr/>
            <p:nvPr/>
          </p:nvSpPr>
          <p:spPr>
            <a:xfrm rot="147769" flipH="1">
              <a:off x="6785273" y="4569932"/>
              <a:ext cx="454547" cy="449759"/>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19" name="Google Shape;1619;p40"/>
            <p:cNvGrpSpPr/>
            <p:nvPr/>
          </p:nvGrpSpPr>
          <p:grpSpPr>
            <a:xfrm rot="-5400000" flipH="1">
              <a:off x="5819578" y="4727817"/>
              <a:ext cx="134004" cy="134004"/>
              <a:chOff x="8356813" y="1074288"/>
              <a:chExt cx="351900" cy="351900"/>
            </a:xfrm>
          </p:grpSpPr>
          <p:sp>
            <p:nvSpPr>
              <p:cNvPr id="1620" name="Google Shape;1620;p4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4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622" name="Google Shape;1622;p40"/>
          <p:cNvSpPr txBox="1">
            <a:spLocks noGrp="1"/>
          </p:cNvSpPr>
          <p:nvPr>
            <p:ph type="title"/>
          </p:nvPr>
        </p:nvSpPr>
        <p:spPr>
          <a:xfrm>
            <a:off x="721620" y="3329859"/>
            <a:ext cx="6691200" cy="531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 Alan Lakein</a:t>
            </a:r>
            <a:endParaRPr dirty="0"/>
          </a:p>
        </p:txBody>
      </p:sp>
      <p:sp>
        <p:nvSpPr>
          <p:cNvPr id="1623" name="Google Shape;1623;p40"/>
          <p:cNvSpPr txBox="1">
            <a:spLocks noGrp="1"/>
          </p:cNvSpPr>
          <p:nvPr>
            <p:ph type="subTitle" idx="1"/>
          </p:nvPr>
        </p:nvSpPr>
        <p:spPr>
          <a:xfrm>
            <a:off x="713225" y="1511313"/>
            <a:ext cx="6691200" cy="1478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3200" dirty="0">
                <a:solidFill>
                  <a:schemeClr val="tx1"/>
                </a:solidFill>
              </a:rPr>
              <a:t>“</a:t>
            </a:r>
            <a:r>
              <a:rPr lang="vi-VN" sz="3200" b="0" i="0" dirty="0">
                <a:solidFill>
                  <a:schemeClr val="tx1"/>
                </a:solidFill>
                <a:effectLst/>
                <a:latin typeface="Söhne"/>
              </a:rPr>
              <a:t>Lên lịch trình ngày hôm nay là đầu tư vào thành công của ngày mai</a:t>
            </a:r>
            <a:r>
              <a:rPr lang="en" sz="3200" dirty="0">
                <a:solidFill>
                  <a:schemeClr val="tx1"/>
                </a:solidFill>
              </a:rPr>
              <a:t>”</a:t>
            </a:r>
            <a:endParaRPr sz="3200" dirty="0">
              <a:solidFill>
                <a:schemeClr val="tx1"/>
              </a:solidFill>
            </a:endParaRPr>
          </a:p>
        </p:txBody>
      </p:sp>
      <p:grpSp>
        <p:nvGrpSpPr>
          <p:cNvPr id="1624" name="Google Shape;1624;p40"/>
          <p:cNvGrpSpPr/>
          <p:nvPr/>
        </p:nvGrpSpPr>
        <p:grpSpPr>
          <a:xfrm rot="-5400000" flipH="1">
            <a:off x="8904403" y="2929792"/>
            <a:ext cx="134004" cy="134004"/>
            <a:chOff x="8356813" y="1074288"/>
            <a:chExt cx="351900" cy="351900"/>
          </a:xfrm>
        </p:grpSpPr>
        <p:sp>
          <p:nvSpPr>
            <p:cNvPr id="1625" name="Google Shape;1625;p40"/>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1626;p4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7" name="Google Shape;1627;p40"/>
          <p:cNvGrpSpPr/>
          <p:nvPr/>
        </p:nvGrpSpPr>
        <p:grpSpPr>
          <a:xfrm>
            <a:off x="796100" y="3102438"/>
            <a:ext cx="4558967" cy="134100"/>
            <a:chOff x="796100" y="3019701"/>
            <a:chExt cx="4558967" cy="134100"/>
          </a:xfrm>
        </p:grpSpPr>
        <p:sp>
          <p:nvSpPr>
            <p:cNvPr id="1628" name="Google Shape;1628;p40"/>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629" name="Google Shape;1629;p40"/>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630" name="Google Shape;1630;p40"/>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83"/>
        <p:cNvGrpSpPr/>
        <p:nvPr/>
      </p:nvGrpSpPr>
      <p:grpSpPr>
        <a:xfrm>
          <a:off x="0" y="0"/>
          <a:ext cx="0" cy="0"/>
          <a:chOff x="0" y="0"/>
          <a:chExt cx="0" cy="0"/>
        </a:xfrm>
      </p:grpSpPr>
      <p:sp>
        <p:nvSpPr>
          <p:cNvPr id="1484" name="Google Shape;1484;p38"/>
          <p:cNvSpPr txBox="1">
            <a:spLocks noGrp="1"/>
          </p:cNvSpPr>
          <p:nvPr>
            <p:ph type="title" idx="2"/>
          </p:nvPr>
        </p:nvSpPr>
        <p:spPr>
          <a:xfrm>
            <a:off x="720000" y="1025725"/>
            <a:ext cx="1702500" cy="9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02</a:t>
            </a:r>
            <a:endParaRPr dirty="0"/>
          </a:p>
        </p:txBody>
      </p:sp>
      <p:sp>
        <p:nvSpPr>
          <p:cNvPr id="1485" name="Google Shape;1485;p38"/>
          <p:cNvSpPr txBox="1">
            <a:spLocks noGrp="1"/>
          </p:cNvSpPr>
          <p:nvPr>
            <p:ph type="subTitle" idx="1"/>
          </p:nvPr>
        </p:nvSpPr>
        <p:spPr>
          <a:xfrm>
            <a:off x="720000" y="3252375"/>
            <a:ext cx="5598000" cy="45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a:t>
            </a:r>
            <a:endParaRPr dirty="0"/>
          </a:p>
        </p:txBody>
      </p:sp>
      <p:grpSp>
        <p:nvGrpSpPr>
          <p:cNvPr id="1486" name="Google Shape;1486;p38"/>
          <p:cNvGrpSpPr/>
          <p:nvPr/>
        </p:nvGrpSpPr>
        <p:grpSpPr>
          <a:xfrm>
            <a:off x="-374387" y="3354325"/>
            <a:ext cx="3922590" cy="2969900"/>
            <a:chOff x="-374387" y="3354325"/>
            <a:chExt cx="3922590" cy="2969900"/>
          </a:xfrm>
        </p:grpSpPr>
        <p:pic>
          <p:nvPicPr>
            <p:cNvPr id="1487" name="Google Shape;1487;p38"/>
            <p:cNvPicPr preferRelativeResize="0"/>
            <p:nvPr/>
          </p:nvPicPr>
          <p:blipFill rotWithShape="1">
            <a:blip r:embed="rId3">
              <a:alphaModFix/>
            </a:blip>
            <a:srcRect l="16960" t="24718" r="7121" b="26177"/>
            <a:stretch/>
          </p:blipFill>
          <p:spPr>
            <a:xfrm>
              <a:off x="-374387" y="3354325"/>
              <a:ext cx="3891276" cy="2969900"/>
            </a:xfrm>
            <a:prstGeom prst="rect">
              <a:avLst/>
            </a:prstGeom>
            <a:noFill/>
            <a:ln>
              <a:noFill/>
            </a:ln>
          </p:spPr>
        </p:pic>
        <p:grpSp>
          <p:nvGrpSpPr>
            <p:cNvPr id="1488" name="Google Shape;1488;p38"/>
            <p:cNvGrpSpPr/>
            <p:nvPr/>
          </p:nvGrpSpPr>
          <p:grpSpPr>
            <a:xfrm>
              <a:off x="1853583" y="4445557"/>
              <a:ext cx="1694620" cy="1360169"/>
              <a:chOff x="7945225" y="4302000"/>
              <a:chExt cx="904666" cy="726121"/>
            </a:xfrm>
          </p:grpSpPr>
          <p:sp>
            <p:nvSpPr>
              <p:cNvPr id="1489" name="Google Shape;1489;p38"/>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8"/>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38"/>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492" name="Google Shape;1492;p38"/>
          <p:cNvSpPr txBox="1">
            <a:spLocks noGrp="1"/>
          </p:cNvSpPr>
          <p:nvPr>
            <p:ph type="title"/>
          </p:nvPr>
        </p:nvSpPr>
        <p:spPr>
          <a:xfrm>
            <a:off x="720000" y="2079325"/>
            <a:ext cx="55980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err="1"/>
              <a:t>Nội</a:t>
            </a:r>
            <a:r>
              <a:rPr lang="en-US" dirty="0"/>
              <a:t> Dung </a:t>
            </a:r>
            <a:r>
              <a:rPr lang="en-US" dirty="0" err="1"/>
              <a:t>Dự</a:t>
            </a:r>
            <a:r>
              <a:rPr lang="en-US" dirty="0"/>
              <a:t> </a:t>
            </a:r>
            <a:r>
              <a:rPr lang="en-US" dirty="0" err="1"/>
              <a:t>Án</a:t>
            </a:r>
            <a:endParaRPr dirty="0"/>
          </a:p>
        </p:txBody>
      </p:sp>
      <p:grpSp>
        <p:nvGrpSpPr>
          <p:cNvPr id="1493" name="Google Shape;1493;p38"/>
          <p:cNvGrpSpPr/>
          <p:nvPr/>
        </p:nvGrpSpPr>
        <p:grpSpPr>
          <a:xfrm>
            <a:off x="6487513" y="-1301175"/>
            <a:ext cx="4268216" cy="6666030"/>
            <a:chOff x="6128138" y="-1301175"/>
            <a:chExt cx="4268216" cy="6666030"/>
          </a:xfrm>
        </p:grpSpPr>
        <p:sp>
          <p:nvSpPr>
            <p:cNvPr id="1494" name="Google Shape;1494;p38"/>
            <p:cNvSpPr/>
            <p:nvPr/>
          </p:nvSpPr>
          <p:spPr>
            <a:xfrm>
              <a:off x="6368175" y="103161"/>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8"/>
            <p:cNvSpPr/>
            <p:nvPr/>
          </p:nvSpPr>
          <p:spPr>
            <a:xfrm>
              <a:off x="6711143" y="81300"/>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8"/>
            <p:cNvSpPr/>
            <p:nvPr/>
          </p:nvSpPr>
          <p:spPr>
            <a:xfrm>
              <a:off x="7243039" y="2456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38"/>
            <p:cNvSpPr/>
            <p:nvPr/>
          </p:nvSpPr>
          <p:spPr>
            <a:xfrm>
              <a:off x="6875804" y="622450"/>
              <a:ext cx="1860443" cy="4595326"/>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8"/>
            <p:cNvSpPr/>
            <p:nvPr/>
          </p:nvSpPr>
          <p:spPr>
            <a:xfrm>
              <a:off x="6573850" y="621225"/>
              <a:ext cx="1860443" cy="4595326"/>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99" name="Google Shape;1499;p38"/>
            <p:cNvPicPr preferRelativeResize="0"/>
            <p:nvPr/>
          </p:nvPicPr>
          <p:blipFill rotWithShape="1">
            <a:blip r:embed="rId3">
              <a:alphaModFix/>
            </a:blip>
            <a:srcRect l="16960" t="24718" r="7121" b="26177"/>
            <a:stretch/>
          </p:blipFill>
          <p:spPr>
            <a:xfrm>
              <a:off x="6128138" y="-1301175"/>
              <a:ext cx="4198516" cy="3204401"/>
            </a:xfrm>
            <a:prstGeom prst="rect">
              <a:avLst/>
            </a:prstGeom>
            <a:noFill/>
            <a:ln>
              <a:noFill/>
            </a:ln>
          </p:spPr>
        </p:pic>
        <p:grpSp>
          <p:nvGrpSpPr>
            <p:cNvPr id="1500" name="Google Shape;1500;p38"/>
            <p:cNvGrpSpPr/>
            <p:nvPr/>
          </p:nvGrpSpPr>
          <p:grpSpPr>
            <a:xfrm rot="5400000">
              <a:off x="7873341" y="4254316"/>
              <a:ext cx="708100" cy="708500"/>
              <a:chOff x="3678700" y="407275"/>
              <a:chExt cx="708100" cy="708500"/>
            </a:xfrm>
          </p:grpSpPr>
          <p:sp>
            <p:nvSpPr>
              <p:cNvPr id="1501" name="Google Shape;1501;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8" name="Google Shape;1508;p38"/>
            <p:cNvGrpSpPr/>
            <p:nvPr/>
          </p:nvGrpSpPr>
          <p:grpSpPr>
            <a:xfrm rot="5400000">
              <a:off x="8639847" y="3354200"/>
              <a:ext cx="457787" cy="458045"/>
              <a:chOff x="3678700" y="407275"/>
              <a:chExt cx="708100" cy="708500"/>
            </a:xfrm>
          </p:grpSpPr>
          <p:sp>
            <p:nvSpPr>
              <p:cNvPr id="1509" name="Google Shape;1509;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6" name="Google Shape;1516;p38"/>
            <p:cNvGrpSpPr/>
            <p:nvPr/>
          </p:nvGrpSpPr>
          <p:grpSpPr>
            <a:xfrm>
              <a:off x="7787267" y="539497"/>
              <a:ext cx="208184" cy="208184"/>
              <a:chOff x="8356813" y="1074288"/>
              <a:chExt cx="351900" cy="351900"/>
            </a:xfrm>
          </p:grpSpPr>
          <p:sp>
            <p:nvSpPr>
              <p:cNvPr id="1517" name="Google Shape;1517;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9" name="Google Shape;1519;p38"/>
            <p:cNvGrpSpPr/>
            <p:nvPr/>
          </p:nvGrpSpPr>
          <p:grpSpPr>
            <a:xfrm>
              <a:off x="7194842" y="2467660"/>
              <a:ext cx="208184" cy="208184"/>
              <a:chOff x="8356813" y="1074288"/>
              <a:chExt cx="351900" cy="351900"/>
            </a:xfrm>
          </p:grpSpPr>
          <p:sp>
            <p:nvSpPr>
              <p:cNvPr id="1520" name="Google Shape;1520;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22" name="Google Shape;1522;p38"/>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3" name="Google Shape;1523;p38"/>
          <p:cNvGrpSpPr/>
          <p:nvPr/>
        </p:nvGrpSpPr>
        <p:grpSpPr>
          <a:xfrm>
            <a:off x="796100" y="3019701"/>
            <a:ext cx="4558967" cy="134100"/>
            <a:chOff x="796100" y="3019701"/>
            <a:chExt cx="4558967" cy="134100"/>
          </a:xfrm>
        </p:grpSpPr>
        <p:sp>
          <p:nvSpPr>
            <p:cNvPr id="1524" name="Google Shape;1524;p38"/>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25" name="Google Shape;1525;p38"/>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26" name="Google Shape;1526;p38"/>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751568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66"/>
        <p:cNvGrpSpPr/>
        <p:nvPr/>
      </p:nvGrpSpPr>
      <p:grpSpPr>
        <a:xfrm>
          <a:off x="0" y="0"/>
          <a:ext cx="0" cy="0"/>
          <a:chOff x="0" y="0"/>
          <a:chExt cx="0" cy="0"/>
        </a:xfrm>
      </p:grpSpPr>
      <p:sp>
        <p:nvSpPr>
          <p:cNvPr id="1667" name="Google Shape;1667;p4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Mục</a:t>
            </a:r>
            <a:r>
              <a:rPr lang="en-US" dirty="0"/>
              <a:t> </a:t>
            </a:r>
            <a:r>
              <a:rPr lang="en-US" dirty="0" err="1"/>
              <a:t>Đích</a:t>
            </a:r>
            <a:r>
              <a:rPr lang="en-US" dirty="0"/>
              <a:t> </a:t>
            </a:r>
            <a:r>
              <a:rPr lang="en-US" dirty="0" err="1"/>
              <a:t>Ứng</a:t>
            </a:r>
            <a:r>
              <a:rPr lang="en-US" dirty="0"/>
              <a:t> </a:t>
            </a:r>
            <a:r>
              <a:rPr lang="en-US" dirty="0" err="1"/>
              <a:t>Dụng</a:t>
            </a:r>
            <a:endParaRPr dirty="0"/>
          </a:p>
        </p:txBody>
      </p:sp>
      <p:sp>
        <p:nvSpPr>
          <p:cNvPr id="1668" name="Google Shape;1668;p42"/>
          <p:cNvSpPr txBox="1">
            <a:spLocks noGrp="1"/>
          </p:cNvSpPr>
          <p:nvPr>
            <p:ph type="subTitle" idx="6"/>
          </p:nvPr>
        </p:nvSpPr>
        <p:spPr>
          <a:xfrm>
            <a:off x="6442200" y="2284727"/>
            <a:ext cx="19818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  </a:t>
            </a:r>
            <a:endParaRPr dirty="0"/>
          </a:p>
        </p:txBody>
      </p:sp>
      <p:sp>
        <p:nvSpPr>
          <p:cNvPr id="1669" name="Google Shape;1669;p42"/>
          <p:cNvSpPr txBox="1">
            <a:spLocks noGrp="1"/>
          </p:cNvSpPr>
          <p:nvPr>
            <p:ph type="subTitle" idx="1"/>
          </p:nvPr>
        </p:nvSpPr>
        <p:spPr>
          <a:xfrm>
            <a:off x="720000" y="2649975"/>
            <a:ext cx="1981800" cy="108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 </a:t>
            </a:r>
            <a:endParaRPr dirty="0"/>
          </a:p>
        </p:txBody>
      </p:sp>
      <p:sp>
        <p:nvSpPr>
          <p:cNvPr id="1671" name="Google Shape;1671;p42"/>
          <p:cNvSpPr txBox="1">
            <a:spLocks noGrp="1"/>
          </p:cNvSpPr>
          <p:nvPr>
            <p:ph type="subTitle" idx="3"/>
          </p:nvPr>
        </p:nvSpPr>
        <p:spPr>
          <a:xfrm>
            <a:off x="3035750" y="1265514"/>
            <a:ext cx="5245466" cy="272035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vi-VN" b="0" i="0" dirty="0">
                <a:solidFill>
                  <a:schemeClr val="tx1"/>
                </a:solidFill>
                <a:effectLst/>
                <a:latin typeface="Söhne"/>
              </a:rPr>
              <a:t>WorkWise nhằm cải thiện hiệu quả và hiệu suất làm việc của người dùng thông qua việc tối ưu hóa công việc và quản lý thời gian.</a:t>
            </a:r>
            <a:r>
              <a:rPr lang="en-US" b="0" i="0" dirty="0">
                <a:solidFill>
                  <a:schemeClr val="tx1"/>
                </a:solidFill>
                <a:effectLst/>
                <a:latin typeface="Söhne"/>
              </a:rPr>
              <a:t>Ứ</a:t>
            </a:r>
            <a:r>
              <a:rPr lang="vi-VN" b="0" i="0" dirty="0">
                <a:solidFill>
                  <a:schemeClr val="tx1"/>
                </a:solidFill>
                <a:effectLst/>
                <a:latin typeface="Söhne"/>
              </a:rPr>
              <a:t>ng dụng này sẽ giúp người dùng làm việc hiệu quả hơn, đồng thời giảm stress và căng thẳng.</a:t>
            </a:r>
            <a:endParaRPr dirty="0">
              <a:solidFill>
                <a:schemeClr val="tx1"/>
              </a:solidFill>
            </a:endParaRPr>
          </a:p>
        </p:txBody>
      </p:sp>
      <p:sp>
        <p:nvSpPr>
          <p:cNvPr id="1672" name="Google Shape;1672;p42"/>
          <p:cNvSpPr txBox="1">
            <a:spLocks noGrp="1"/>
          </p:cNvSpPr>
          <p:nvPr>
            <p:ph type="subTitle" idx="4"/>
          </p:nvPr>
        </p:nvSpPr>
        <p:spPr>
          <a:xfrm>
            <a:off x="720000" y="2323875"/>
            <a:ext cx="19818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  </a:t>
            </a:r>
            <a:endParaRPr dirty="0"/>
          </a:p>
        </p:txBody>
      </p:sp>
      <p:sp>
        <p:nvSpPr>
          <p:cNvPr id="3" name="Subtitle 2">
            <a:extLst>
              <a:ext uri="{FF2B5EF4-FFF2-40B4-BE49-F238E27FC236}">
                <a16:creationId xmlns:a16="http://schemas.microsoft.com/office/drawing/2014/main" id="{4DA73DEE-8EB2-D166-A661-D7CE425B6CD8}"/>
              </a:ext>
            </a:extLst>
          </p:cNvPr>
          <p:cNvSpPr>
            <a:spLocks noGrp="1"/>
          </p:cNvSpPr>
          <p:nvPr>
            <p:ph type="subTitle" idx="2"/>
          </p:nvPr>
        </p:nvSpPr>
        <p:spPr/>
        <p:txBody>
          <a:bodyPr/>
          <a:lstStyle/>
          <a:p>
            <a:r>
              <a:rPr lang="en-US" dirty="0"/>
              <a:t>  </a:t>
            </a:r>
          </a:p>
        </p:txBody>
      </p:sp>
      <p:sp>
        <p:nvSpPr>
          <p:cNvPr id="5" name="Subtitle 4">
            <a:extLst>
              <a:ext uri="{FF2B5EF4-FFF2-40B4-BE49-F238E27FC236}">
                <a16:creationId xmlns:a16="http://schemas.microsoft.com/office/drawing/2014/main" id="{4CA508C4-2BC9-210F-8FDF-8FBBE881284C}"/>
              </a:ext>
            </a:extLst>
          </p:cNvPr>
          <p:cNvSpPr>
            <a:spLocks noGrp="1"/>
          </p:cNvSpPr>
          <p:nvPr>
            <p:ph type="subTitle" idx="5"/>
          </p:nvPr>
        </p:nvSpPr>
        <p:spPr>
          <a:xfrm>
            <a:off x="3584484" y="2328973"/>
            <a:ext cx="1981800" cy="402300"/>
          </a:xfrm>
        </p:spPr>
        <p:txBody>
          <a:bodyPr/>
          <a:lstStyle/>
          <a:p>
            <a:r>
              <a:rPr lang="en-US" dirty="0"/>
              <a:t> </a:t>
            </a:r>
          </a:p>
        </p:txBody>
      </p:sp>
      <p:sp>
        <p:nvSpPr>
          <p:cNvPr id="10" name="Google Shape;2996;p55">
            <a:extLst>
              <a:ext uri="{FF2B5EF4-FFF2-40B4-BE49-F238E27FC236}">
                <a16:creationId xmlns:a16="http://schemas.microsoft.com/office/drawing/2014/main" id="{34821ABC-CBF8-2694-2C2A-5233165D312F}"/>
              </a:ext>
            </a:extLst>
          </p:cNvPr>
          <p:cNvSpPr/>
          <p:nvPr/>
        </p:nvSpPr>
        <p:spPr>
          <a:xfrm>
            <a:off x="666457" y="1211308"/>
            <a:ext cx="2088884" cy="3680750"/>
          </a:xfrm>
          <a:prstGeom prst="roundRect">
            <a:avLst>
              <a:gd name="adj" fmla="val 6295"/>
            </a:avLst>
          </a:prstGeom>
          <a:solidFill>
            <a:schemeClr val="accent3"/>
          </a:solidFill>
          <a:ln w="1905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tx1"/>
              </a:solidFill>
            </a:endParaRPr>
          </a:p>
        </p:txBody>
      </p:sp>
      <p:grpSp>
        <p:nvGrpSpPr>
          <p:cNvPr id="11" name="Google Shape;2998;p55">
            <a:extLst>
              <a:ext uri="{FF2B5EF4-FFF2-40B4-BE49-F238E27FC236}">
                <a16:creationId xmlns:a16="http://schemas.microsoft.com/office/drawing/2014/main" id="{82C3E16C-0E33-F649-972A-A6964F7F92CF}"/>
              </a:ext>
            </a:extLst>
          </p:cNvPr>
          <p:cNvGrpSpPr/>
          <p:nvPr/>
        </p:nvGrpSpPr>
        <p:grpSpPr>
          <a:xfrm>
            <a:off x="799349" y="1265514"/>
            <a:ext cx="1823101" cy="3557588"/>
            <a:chOff x="2524446" y="633821"/>
            <a:chExt cx="1848539" cy="3827596"/>
          </a:xfrm>
        </p:grpSpPr>
        <p:sp>
          <p:nvSpPr>
            <p:cNvPr id="12" name="Google Shape;2999;p55">
              <a:extLst>
                <a:ext uri="{FF2B5EF4-FFF2-40B4-BE49-F238E27FC236}">
                  <a16:creationId xmlns:a16="http://schemas.microsoft.com/office/drawing/2014/main" id="{5648E0B1-8941-4C2E-504D-8147BD80E7EE}"/>
                </a:ext>
              </a:extLst>
            </p:cNvPr>
            <p:cNvSpPr/>
            <p:nvPr/>
          </p:nvSpPr>
          <p:spPr>
            <a:xfrm>
              <a:off x="2524446" y="759146"/>
              <a:ext cx="1848539" cy="3402504"/>
            </a:xfrm>
            <a:custGeom>
              <a:avLst/>
              <a:gdLst/>
              <a:ahLst/>
              <a:cxnLst/>
              <a:rect l="l" t="t" r="r" b="b"/>
              <a:pathLst>
                <a:path w="32538" h="60944" extrusionOk="0">
                  <a:moveTo>
                    <a:pt x="427" y="0"/>
                  </a:moveTo>
                  <a:cubicBezTo>
                    <a:pt x="198" y="0"/>
                    <a:pt x="1" y="197"/>
                    <a:pt x="1" y="426"/>
                  </a:cubicBezTo>
                  <a:lnTo>
                    <a:pt x="1" y="60533"/>
                  </a:lnTo>
                  <a:cubicBezTo>
                    <a:pt x="1" y="60763"/>
                    <a:pt x="198" y="60943"/>
                    <a:pt x="427" y="60943"/>
                  </a:cubicBezTo>
                  <a:lnTo>
                    <a:pt x="32128" y="60943"/>
                  </a:lnTo>
                  <a:cubicBezTo>
                    <a:pt x="32357" y="60943"/>
                    <a:pt x="32538" y="60763"/>
                    <a:pt x="32538" y="60533"/>
                  </a:cubicBezTo>
                  <a:lnTo>
                    <a:pt x="32538" y="426"/>
                  </a:lnTo>
                  <a:cubicBezTo>
                    <a:pt x="32538" y="197"/>
                    <a:pt x="32357" y="0"/>
                    <a:pt x="32128" y="0"/>
                  </a:cubicBezTo>
                  <a:close/>
                </a:path>
              </a:pathLst>
            </a:custGeom>
            <a:solidFill>
              <a:schemeClr val="accent1"/>
            </a:solidFill>
            <a:ln>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3000;p55">
              <a:extLst>
                <a:ext uri="{FF2B5EF4-FFF2-40B4-BE49-F238E27FC236}">
                  <a16:creationId xmlns:a16="http://schemas.microsoft.com/office/drawing/2014/main" id="{9E1C980F-096C-820D-8302-28B4A49BED4E}"/>
                </a:ext>
              </a:extLst>
            </p:cNvPr>
            <p:cNvSpPr/>
            <p:nvPr/>
          </p:nvSpPr>
          <p:spPr>
            <a:xfrm>
              <a:off x="3322396" y="4267278"/>
              <a:ext cx="225892" cy="194139"/>
            </a:xfrm>
            <a:custGeom>
              <a:avLst/>
              <a:gdLst/>
              <a:ahLst/>
              <a:cxnLst/>
              <a:rect l="l" t="t" r="r" b="b"/>
              <a:pathLst>
                <a:path w="3870" h="3326" extrusionOk="0">
                  <a:moveTo>
                    <a:pt x="2214" y="358"/>
                  </a:moveTo>
                  <a:lnTo>
                    <a:pt x="2214" y="375"/>
                  </a:lnTo>
                  <a:cubicBezTo>
                    <a:pt x="2935" y="375"/>
                    <a:pt x="3509" y="948"/>
                    <a:pt x="3525" y="1670"/>
                  </a:cubicBezTo>
                  <a:cubicBezTo>
                    <a:pt x="3525" y="2456"/>
                    <a:pt x="2882" y="2973"/>
                    <a:pt x="2212" y="2973"/>
                  </a:cubicBezTo>
                  <a:cubicBezTo>
                    <a:pt x="1890" y="2973"/>
                    <a:pt x="1562" y="2853"/>
                    <a:pt x="1296" y="2587"/>
                  </a:cubicBezTo>
                  <a:cubicBezTo>
                    <a:pt x="476" y="1768"/>
                    <a:pt x="1066" y="358"/>
                    <a:pt x="2214" y="358"/>
                  </a:cubicBezTo>
                  <a:close/>
                  <a:moveTo>
                    <a:pt x="2197" y="1"/>
                  </a:moveTo>
                  <a:cubicBezTo>
                    <a:pt x="1793" y="1"/>
                    <a:pt x="1383" y="152"/>
                    <a:pt x="1050" y="489"/>
                  </a:cubicBezTo>
                  <a:cubicBezTo>
                    <a:pt x="1" y="1538"/>
                    <a:pt x="739" y="3325"/>
                    <a:pt x="2214" y="3325"/>
                  </a:cubicBezTo>
                  <a:cubicBezTo>
                    <a:pt x="3132" y="3325"/>
                    <a:pt x="3869" y="2587"/>
                    <a:pt x="3869" y="1670"/>
                  </a:cubicBezTo>
                  <a:cubicBezTo>
                    <a:pt x="3869" y="669"/>
                    <a:pt x="3048" y="1"/>
                    <a:pt x="2197" y="1"/>
                  </a:cubicBezTo>
                  <a:close/>
                </a:path>
              </a:pathLst>
            </a:custGeom>
            <a:solidFill>
              <a:schemeClr val="accent1"/>
            </a:solidFill>
            <a:ln>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001;p55">
              <a:extLst>
                <a:ext uri="{FF2B5EF4-FFF2-40B4-BE49-F238E27FC236}">
                  <a16:creationId xmlns:a16="http://schemas.microsoft.com/office/drawing/2014/main" id="{E3FFFD03-54BA-9EB5-8E97-3729205F1334}"/>
                </a:ext>
              </a:extLst>
            </p:cNvPr>
            <p:cNvSpPr/>
            <p:nvPr/>
          </p:nvSpPr>
          <p:spPr>
            <a:xfrm>
              <a:off x="2778972" y="4354191"/>
              <a:ext cx="193321" cy="21072"/>
            </a:xfrm>
            <a:custGeom>
              <a:avLst/>
              <a:gdLst/>
              <a:ahLst/>
              <a:cxnLst/>
              <a:rect l="l" t="t" r="r" b="b"/>
              <a:pathLst>
                <a:path w="3312" h="361" extrusionOk="0">
                  <a:moveTo>
                    <a:pt x="1" y="0"/>
                  </a:moveTo>
                  <a:lnTo>
                    <a:pt x="1" y="361"/>
                  </a:lnTo>
                  <a:lnTo>
                    <a:pt x="3312" y="361"/>
                  </a:lnTo>
                  <a:lnTo>
                    <a:pt x="3312" y="0"/>
                  </a:lnTo>
                  <a:close/>
                </a:path>
              </a:pathLst>
            </a:custGeom>
            <a:solidFill>
              <a:schemeClr val="accent1"/>
            </a:solidFill>
            <a:ln>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3002;p55">
              <a:extLst>
                <a:ext uri="{FF2B5EF4-FFF2-40B4-BE49-F238E27FC236}">
                  <a16:creationId xmlns:a16="http://schemas.microsoft.com/office/drawing/2014/main" id="{D9C3A867-E479-F197-76B3-E909908A5748}"/>
                </a:ext>
              </a:extLst>
            </p:cNvPr>
            <p:cNvSpPr/>
            <p:nvPr/>
          </p:nvSpPr>
          <p:spPr>
            <a:xfrm>
              <a:off x="3929970" y="4307320"/>
              <a:ext cx="141664" cy="113880"/>
            </a:xfrm>
            <a:custGeom>
              <a:avLst/>
              <a:gdLst/>
              <a:ahLst/>
              <a:cxnLst/>
              <a:rect l="l" t="t" r="r" b="b"/>
              <a:pathLst>
                <a:path w="2427" h="1951" extrusionOk="0">
                  <a:moveTo>
                    <a:pt x="2328" y="0"/>
                  </a:moveTo>
                  <a:lnTo>
                    <a:pt x="328" y="656"/>
                  </a:lnTo>
                  <a:cubicBezTo>
                    <a:pt x="148" y="688"/>
                    <a:pt x="0" y="836"/>
                    <a:pt x="0" y="1033"/>
                  </a:cubicBezTo>
                  <a:cubicBezTo>
                    <a:pt x="0" y="1197"/>
                    <a:pt x="132" y="1328"/>
                    <a:pt x="361" y="1393"/>
                  </a:cubicBezTo>
                  <a:lnTo>
                    <a:pt x="2328" y="1951"/>
                  </a:lnTo>
                  <a:lnTo>
                    <a:pt x="2426" y="1606"/>
                  </a:lnTo>
                  <a:lnTo>
                    <a:pt x="459" y="1049"/>
                  </a:lnTo>
                  <a:cubicBezTo>
                    <a:pt x="427" y="1049"/>
                    <a:pt x="394" y="1033"/>
                    <a:pt x="377" y="1016"/>
                  </a:cubicBezTo>
                  <a:lnTo>
                    <a:pt x="427" y="1000"/>
                  </a:lnTo>
                  <a:lnTo>
                    <a:pt x="2426" y="344"/>
                  </a:lnTo>
                  <a:lnTo>
                    <a:pt x="2328" y="0"/>
                  </a:lnTo>
                  <a:close/>
                </a:path>
              </a:pathLst>
            </a:custGeom>
            <a:solidFill>
              <a:schemeClr val="accent1"/>
            </a:solidFill>
            <a:ln>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003;p55">
              <a:extLst>
                <a:ext uri="{FF2B5EF4-FFF2-40B4-BE49-F238E27FC236}">
                  <a16:creationId xmlns:a16="http://schemas.microsoft.com/office/drawing/2014/main" id="{C1A1022E-D27C-7BDC-A3FE-52C2B8BFAD1C}"/>
                </a:ext>
              </a:extLst>
            </p:cNvPr>
            <p:cNvSpPr/>
            <p:nvPr/>
          </p:nvSpPr>
          <p:spPr>
            <a:xfrm>
              <a:off x="3157394" y="633821"/>
              <a:ext cx="555916" cy="33504"/>
            </a:xfrm>
            <a:custGeom>
              <a:avLst/>
              <a:gdLst/>
              <a:ahLst/>
              <a:cxnLst/>
              <a:rect l="l" t="t" r="r" b="b"/>
              <a:pathLst>
                <a:path w="9524" h="574" extrusionOk="0">
                  <a:moveTo>
                    <a:pt x="164" y="0"/>
                  </a:moveTo>
                  <a:cubicBezTo>
                    <a:pt x="82" y="0"/>
                    <a:pt x="0" y="82"/>
                    <a:pt x="0" y="164"/>
                  </a:cubicBezTo>
                  <a:lnTo>
                    <a:pt x="0" y="410"/>
                  </a:lnTo>
                  <a:cubicBezTo>
                    <a:pt x="0" y="492"/>
                    <a:pt x="82" y="574"/>
                    <a:pt x="164" y="574"/>
                  </a:cubicBezTo>
                  <a:lnTo>
                    <a:pt x="9359" y="574"/>
                  </a:lnTo>
                  <a:cubicBezTo>
                    <a:pt x="9458" y="574"/>
                    <a:pt x="9523" y="492"/>
                    <a:pt x="9523" y="410"/>
                  </a:cubicBezTo>
                  <a:lnTo>
                    <a:pt x="9523" y="164"/>
                  </a:lnTo>
                  <a:cubicBezTo>
                    <a:pt x="9523" y="82"/>
                    <a:pt x="9458" y="0"/>
                    <a:pt x="9359" y="0"/>
                  </a:cubicBezTo>
                  <a:close/>
                </a:path>
              </a:pathLst>
            </a:custGeom>
            <a:solidFill>
              <a:schemeClr val="accent1"/>
            </a:solidFill>
            <a:ln>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9" name="Picture 18">
            <a:extLst>
              <a:ext uri="{FF2B5EF4-FFF2-40B4-BE49-F238E27FC236}">
                <a16:creationId xmlns:a16="http://schemas.microsoft.com/office/drawing/2014/main" id="{2DE5390C-D0E9-B345-2A5B-47D382F98607}"/>
              </a:ext>
            </a:extLst>
          </p:cNvPr>
          <p:cNvPicPr>
            <a:picLocks noChangeAspect="1"/>
          </p:cNvPicPr>
          <p:nvPr/>
        </p:nvPicPr>
        <p:blipFill>
          <a:blip r:embed="rId3"/>
          <a:stretch>
            <a:fillRect/>
          </a:stretch>
        </p:blipFill>
        <p:spPr>
          <a:xfrm>
            <a:off x="799348" y="1394832"/>
            <a:ext cx="1823101" cy="3156220"/>
          </a:xfrm>
          <a:prstGeom prst="rect">
            <a:avLst/>
          </a:prstGeom>
          <a:ln>
            <a:solidFill>
              <a:schemeClr val="tx1"/>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2"/>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8A78855-7790-A127-6398-69ADE4013854}"/>
              </a:ext>
            </a:extLst>
          </p:cNvPr>
          <p:cNvSpPr/>
          <p:nvPr/>
        </p:nvSpPr>
        <p:spPr>
          <a:xfrm>
            <a:off x="2526546" y="3561374"/>
            <a:ext cx="4267160" cy="807359"/>
          </a:xfrm>
          <a:prstGeom prst="roundRect">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FC0B3338-66A4-3410-8255-1242FD9E5899}"/>
              </a:ext>
            </a:extLst>
          </p:cNvPr>
          <p:cNvSpPr/>
          <p:nvPr/>
        </p:nvSpPr>
        <p:spPr>
          <a:xfrm>
            <a:off x="5850731" y="1228725"/>
            <a:ext cx="1569635" cy="1472423"/>
          </a:xfrm>
          <a:prstGeom prst="roundRect">
            <a:avLst/>
          </a:prstGeom>
          <a:solidFill>
            <a:schemeClr val="bg1">
              <a:lumMod val="7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Rounded Corners 1">
            <a:extLst>
              <a:ext uri="{FF2B5EF4-FFF2-40B4-BE49-F238E27FC236}">
                <a16:creationId xmlns:a16="http://schemas.microsoft.com/office/drawing/2014/main" id="{8CB16E4A-593A-CEE7-D128-2264591137DF}"/>
              </a:ext>
            </a:extLst>
          </p:cNvPr>
          <p:cNvSpPr/>
          <p:nvPr/>
        </p:nvSpPr>
        <p:spPr>
          <a:xfrm>
            <a:off x="1646216" y="1228725"/>
            <a:ext cx="1698269" cy="1528763"/>
          </a:xfrm>
          <a:prstGeom prst="roundRect">
            <a:avLst/>
          </a:prstGeom>
          <a:solidFill>
            <a:schemeClr val="bg1">
              <a:lumMod val="75000"/>
            </a:schemeClr>
          </a:solidFill>
          <a:ln>
            <a:solidFill>
              <a:schemeClr val="bg1">
                <a:lumMod val="75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733" name="Google Shape;1733;p43"/>
          <p:cNvSpPr txBox="1">
            <a:spLocks noGrp="1"/>
          </p:cNvSpPr>
          <p:nvPr>
            <p:ph type="subTitle" idx="2"/>
          </p:nvPr>
        </p:nvSpPr>
        <p:spPr>
          <a:xfrm>
            <a:off x="5237152" y="1935218"/>
            <a:ext cx="2102100" cy="66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a:t>
            </a:r>
            <a:endParaRPr dirty="0"/>
          </a:p>
        </p:txBody>
      </p:sp>
      <p:sp>
        <p:nvSpPr>
          <p:cNvPr id="1734" name="Google Shape;1734;p43"/>
          <p:cNvSpPr txBox="1">
            <a:spLocks noGrp="1"/>
          </p:cNvSpPr>
          <p:nvPr>
            <p:ph type="subTitle" idx="8"/>
          </p:nvPr>
        </p:nvSpPr>
        <p:spPr>
          <a:xfrm>
            <a:off x="5237150" y="3231981"/>
            <a:ext cx="2102100" cy="405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 </a:t>
            </a:r>
            <a:endParaRPr dirty="0"/>
          </a:p>
        </p:txBody>
      </p:sp>
      <p:sp>
        <p:nvSpPr>
          <p:cNvPr id="1735" name="Google Shape;1735;p43"/>
          <p:cNvSpPr txBox="1">
            <a:spLocks noGrp="1"/>
          </p:cNvSpPr>
          <p:nvPr>
            <p:ph type="title"/>
          </p:nvPr>
        </p:nvSpPr>
        <p:spPr>
          <a:xfrm>
            <a:off x="3267066" y="424136"/>
            <a:ext cx="2406658"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Chức</a:t>
            </a:r>
            <a:r>
              <a:rPr lang="en-US" dirty="0"/>
              <a:t> </a:t>
            </a:r>
            <a:r>
              <a:rPr lang="en-US" dirty="0" err="1"/>
              <a:t>Năng</a:t>
            </a:r>
            <a:endParaRPr dirty="0"/>
          </a:p>
        </p:txBody>
      </p:sp>
      <p:sp>
        <p:nvSpPr>
          <p:cNvPr id="1736" name="Google Shape;1736;p43"/>
          <p:cNvSpPr txBox="1">
            <a:spLocks noGrp="1"/>
          </p:cNvSpPr>
          <p:nvPr>
            <p:ph type="subTitle" idx="5"/>
          </p:nvPr>
        </p:nvSpPr>
        <p:spPr>
          <a:xfrm>
            <a:off x="1646216" y="1347118"/>
            <a:ext cx="1620850" cy="1342211"/>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800" dirty="0"/>
              <a:t>1.Lên </a:t>
            </a:r>
            <a:r>
              <a:rPr lang="en-US" sz="1800" dirty="0" err="1"/>
              <a:t>lịch</a:t>
            </a:r>
            <a:r>
              <a:rPr lang="en-US" sz="1800" dirty="0"/>
              <a:t> </a:t>
            </a:r>
            <a:r>
              <a:rPr lang="en-US" sz="1800" dirty="0" err="1"/>
              <a:t>trình</a:t>
            </a:r>
            <a:r>
              <a:rPr lang="en-US" sz="1800" dirty="0"/>
              <a:t> </a:t>
            </a:r>
            <a:r>
              <a:rPr lang="en-US" sz="1800" dirty="0" err="1"/>
              <a:t>và</a:t>
            </a:r>
            <a:r>
              <a:rPr lang="en-US" sz="1800" dirty="0"/>
              <a:t> </a:t>
            </a:r>
            <a:r>
              <a:rPr lang="en-US" sz="1800" dirty="0" err="1"/>
              <a:t>gắn</a:t>
            </a:r>
            <a:r>
              <a:rPr lang="en-US" sz="1800" dirty="0"/>
              <a:t> </a:t>
            </a:r>
            <a:r>
              <a:rPr lang="en-US" sz="1800" dirty="0" err="1"/>
              <a:t>nhãn</a:t>
            </a:r>
            <a:r>
              <a:rPr lang="en-US" sz="1800" dirty="0"/>
              <a:t> </a:t>
            </a:r>
            <a:r>
              <a:rPr lang="en-US" sz="1800" dirty="0" err="1"/>
              <a:t>ưu</a:t>
            </a:r>
            <a:r>
              <a:rPr lang="en-US" sz="1800" dirty="0"/>
              <a:t> </a:t>
            </a:r>
            <a:r>
              <a:rPr lang="en-US" sz="1800" dirty="0" err="1"/>
              <a:t>tiên</a:t>
            </a:r>
            <a:endParaRPr sz="1800" dirty="0"/>
          </a:p>
        </p:txBody>
      </p:sp>
      <p:sp>
        <p:nvSpPr>
          <p:cNvPr id="1737" name="Google Shape;1737;p43"/>
          <p:cNvSpPr txBox="1">
            <a:spLocks noGrp="1"/>
          </p:cNvSpPr>
          <p:nvPr>
            <p:ph type="subTitle" idx="6"/>
          </p:nvPr>
        </p:nvSpPr>
        <p:spPr>
          <a:xfrm>
            <a:off x="5799516" y="1303855"/>
            <a:ext cx="1620850" cy="1138498"/>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2.Tự Động Thông Báo Nhắc Nhở</a:t>
            </a:r>
            <a:endParaRPr dirty="0"/>
          </a:p>
        </p:txBody>
      </p:sp>
      <p:sp>
        <p:nvSpPr>
          <p:cNvPr id="1738" name="Google Shape;1738;p43"/>
          <p:cNvSpPr txBox="1">
            <a:spLocks noGrp="1"/>
          </p:cNvSpPr>
          <p:nvPr>
            <p:ph type="subTitle" idx="3"/>
          </p:nvPr>
        </p:nvSpPr>
        <p:spPr>
          <a:xfrm>
            <a:off x="1804750" y="3561374"/>
            <a:ext cx="2102100" cy="66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a:t>
            </a:r>
            <a:endParaRPr dirty="0"/>
          </a:p>
        </p:txBody>
      </p:sp>
      <p:sp>
        <p:nvSpPr>
          <p:cNvPr id="1739" name="Google Shape;1739;p43"/>
          <p:cNvSpPr txBox="1">
            <a:spLocks noGrp="1"/>
          </p:cNvSpPr>
          <p:nvPr>
            <p:ph type="subTitle" idx="4"/>
          </p:nvPr>
        </p:nvSpPr>
        <p:spPr>
          <a:xfrm>
            <a:off x="5237152" y="3561374"/>
            <a:ext cx="2102100" cy="66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a:t>
            </a:r>
            <a:endParaRPr dirty="0"/>
          </a:p>
        </p:txBody>
      </p:sp>
      <p:sp>
        <p:nvSpPr>
          <p:cNvPr id="1740" name="Google Shape;1740;p43"/>
          <p:cNvSpPr txBox="1">
            <a:spLocks noGrp="1"/>
          </p:cNvSpPr>
          <p:nvPr>
            <p:ph type="subTitle" idx="7"/>
          </p:nvPr>
        </p:nvSpPr>
        <p:spPr>
          <a:xfrm>
            <a:off x="2526546" y="3539000"/>
            <a:ext cx="4090907" cy="829733"/>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800" dirty="0"/>
              <a:t>3.Phân </a:t>
            </a:r>
            <a:r>
              <a:rPr lang="en-US" sz="1800" dirty="0" err="1"/>
              <a:t>tích</a:t>
            </a:r>
            <a:r>
              <a:rPr lang="en-US" sz="1800" dirty="0"/>
              <a:t> </a:t>
            </a:r>
            <a:r>
              <a:rPr lang="en-US" sz="1800" dirty="0" err="1"/>
              <a:t>hiệu</a:t>
            </a:r>
            <a:r>
              <a:rPr lang="en-US" sz="1800" dirty="0"/>
              <a:t> </a:t>
            </a:r>
            <a:r>
              <a:rPr lang="en-US" sz="1800" dirty="0" err="1"/>
              <a:t>suất</a:t>
            </a:r>
            <a:r>
              <a:rPr lang="en-US" sz="1800" dirty="0"/>
              <a:t> </a:t>
            </a:r>
            <a:r>
              <a:rPr lang="en-US" sz="1800" dirty="0" err="1"/>
              <a:t>và</a:t>
            </a:r>
            <a:r>
              <a:rPr lang="en-US" sz="1800" dirty="0"/>
              <a:t> </a:t>
            </a:r>
            <a:r>
              <a:rPr lang="en-US" sz="1800" dirty="0" err="1"/>
              <a:t>Tính</a:t>
            </a:r>
            <a:r>
              <a:rPr lang="en-US" sz="1800" dirty="0"/>
              <a:t> </a:t>
            </a:r>
            <a:r>
              <a:rPr lang="en-US" sz="1800" dirty="0" err="1"/>
              <a:t>toán</a:t>
            </a:r>
            <a:r>
              <a:rPr lang="en-US" sz="1800" dirty="0"/>
              <a:t> </a:t>
            </a:r>
            <a:r>
              <a:rPr lang="en-US" sz="1800" dirty="0" err="1"/>
              <a:t>hiệu</a:t>
            </a:r>
            <a:r>
              <a:rPr lang="en-US" sz="1800" dirty="0"/>
              <a:t> </a:t>
            </a:r>
            <a:r>
              <a:rPr lang="en-US" sz="1800" dirty="0" err="1"/>
              <a:t>suất</a:t>
            </a:r>
            <a:r>
              <a:rPr lang="en-US" sz="1800" dirty="0"/>
              <a:t> </a:t>
            </a:r>
            <a:r>
              <a:rPr lang="en-US" sz="1800" dirty="0" err="1"/>
              <a:t>làm</a:t>
            </a:r>
            <a:r>
              <a:rPr lang="en-US" sz="1800" dirty="0"/>
              <a:t> </a:t>
            </a:r>
            <a:r>
              <a:rPr lang="en-US" sz="1800" dirty="0" err="1"/>
              <a:t>việc</a:t>
            </a:r>
            <a:endParaRPr sz="1800" dirty="0"/>
          </a:p>
        </p:txBody>
      </p:sp>
      <p:sp>
        <p:nvSpPr>
          <p:cNvPr id="1741" name="Google Shape;1741;p43"/>
          <p:cNvSpPr txBox="1">
            <a:spLocks noGrp="1"/>
          </p:cNvSpPr>
          <p:nvPr>
            <p:ph type="subTitle" idx="1"/>
          </p:nvPr>
        </p:nvSpPr>
        <p:spPr>
          <a:xfrm>
            <a:off x="1804750" y="1935218"/>
            <a:ext cx="2102100" cy="66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34"/>
        <p:cNvGrpSpPr/>
        <p:nvPr/>
      </p:nvGrpSpPr>
      <p:grpSpPr>
        <a:xfrm>
          <a:off x="0" y="0"/>
          <a:ext cx="0" cy="0"/>
          <a:chOff x="0" y="0"/>
          <a:chExt cx="0" cy="0"/>
        </a:xfrm>
      </p:grpSpPr>
      <p:sp>
        <p:nvSpPr>
          <p:cNvPr id="1635" name="Google Shape;1635;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Công</a:t>
            </a:r>
            <a:r>
              <a:rPr lang="en-US" dirty="0"/>
              <a:t> </a:t>
            </a:r>
            <a:r>
              <a:rPr lang="en-US" dirty="0" err="1"/>
              <a:t>Nghệ</a:t>
            </a:r>
            <a:endParaRPr dirty="0"/>
          </a:p>
        </p:txBody>
      </p:sp>
      <p:sp>
        <p:nvSpPr>
          <p:cNvPr id="1636" name="Google Shape;1636;p41"/>
          <p:cNvSpPr txBox="1">
            <a:spLocks noGrp="1"/>
          </p:cNvSpPr>
          <p:nvPr>
            <p:ph type="subTitle" idx="1"/>
          </p:nvPr>
        </p:nvSpPr>
        <p:spPr>
          <a:xfrm>
            <a:off x="4999902" y="2372500"/>
            <a:ext cx="3424098" cy="262720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vi-VN" sz="1600" b="0" i="0" dirty="0">
                <a:solidFill>
                  <a:schemeClr val="tx1"/>
                </a:solidFill>
                <a:effectLst/>
                <a:latin typeface="Söhne"/>
              </a:rPr>
              <a:t>Kivy là một framework mã nguồn mở được sử dụng để xây dựng ứng dụng đa nền tảng (cross-platform) bằng ngôn ngữ lập trình Python. Nó cho phép</a:t>
            </a:r>
            <a:r>
              <a:rPr lang="en-US" sz="1600" b="0" i="0" dirty="0">
                <a:solidFill>
                  <a:schemeClr val="tx1"/>
                </a:solidFill>
                <a:effectLst/>
                <a:latin typeface="Söhne"/>
              </a:rPr>
              <a:t> </a:t>
            </a:r>
            <a:r>
              <a:rPr lang="vi-VN" sz="1600" b="0" i="0" dirty="0">
                <a:solidFill>
                  <a:schemeClr val="tx1"/>
                </a:solidFill>
                <a:effectLst/>
                <a:latin typeface="Söhne"/>
              </a:rPr>
              <a:t>phát triển các ứng dụng di động, máy tính bảng và máy tính để bàn, hỗ trợ đa nền tảng trên Windows, macOS, Linux, Android và iOS.</a:t>
            </a:r>
            <a:endParaRPr sz="1600" dirty="0">
              <a:solidFill>
                <a:schemeClr val="tx1"/>
              </a:solidFill>
            </a:endParaRPr>
          </a:p>
        </p:txBody>
      </p:sp>
      <p:sp>
        <p:nvSpPr>
          <p:cNvPr id="1637" name="Google Shape;1637;p41"/>
          <p:cNvSpPr txBox="1">
            <a:spLocks noGrp="1"/>
          </p:cNvSpPr>
          <p:nvPr>
            <p:ph type="subTitle" idx="2"/>
          </p:nvPr>
        </p:nvSpPr>
        <p:spPr>
          <a:xfrm>
            <a:off x="1803800" y="2372499"/>
            <a:ext cx="2628090" cy="232597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600" b="0" i="0" dirty="0">
                <a:solidFill>
                  <a:schemeClr val="tx1"/>
                </a:solidFill>
                <a:effectLst/>
                <a:latin typeface="Söhne"/>
              </a:rPr>
              <a:t>Python </a:t>
            </a:r>
            <a:r>
              <a:rPr lang="en-US" sz="1600" b="0" i="0" dirty="0" err="1">
                <a:solidFill>
                  <a:schemeClr val="tx1"/>
                </a:solidFill>
                <a:effectLst/>
                <a:latin typeface="Söhne"/>
              </a:rPr>
              <a:t>nổi</a:t>
            </a:r>
            <a:r>
              <a:rPr lang="en-US" sz="1600" b="0" i="0" dirty="0">
                <a:solidFill>
                  <a:schemeClr val="tx1"/>
                </a:solidFill>
                <a:effectLst/>
                <a:latin typeface="Söhne"/>
              </a:rPr>
              <a:t> </a:t>
            </a:r>
            <a:r>
              <a:rPr lang="en-US" sz="1600" b="0" i="0" dirty="0" err="1">
                <a:solidFill>
                  <a:schemeClr val="tx1"/>
                </a:solidFill>
                <a:effectLst/>
                <a:latin typeface="Söhne"/>
              </a:rPr>
              <a:t>tiếng</a:t>
            </a:r>
            <a:r>
              <a:rPr lang="en-US" sz="1600" b="0" i="0" dirty="0">
                <a:solidFill>
                  <a:schemeClr val="tx1"/>
                </a:solidFill>
                <a:effectLst/>
                <a:latin typeface="Söhne"/>
              </a:rPr>
              <a:t> </a:t>
            </a:r>
            <a:r>
              <a:rPr lang="en-US" sz="1600" b="0" i="0" dirty="0" err="1">
                <a:solidFill>
                  <a:schemeClr val="tx1"/>
                </a:solidFill>
                <a:effectLst/>
                <a:latin typeface="Söhne"/>
              </a:rPr>
              <a:t>với</a:t>
            </a:r>
            <a:r>
              <a:rPr lang="en-US" sz="1600" b="0" i="0" dirty="0">
                <a:solidFill>
                  <a:schemeClr val="tx1"/>
                </a:solidFill>
                <a:effectLst/>
                <a:latin typeface="Söhne"/>
              </a:rPr>
              <a:t> </a:t>
            </a:r>
            <a:r>
              <a:rPr lang="en-US" sz="1600" b="0" i="0" dirty="0" err="1">
                <a:solidFill>
                  <a:schemeClr val="tx1"/>
                </a:solidFill>
                <a:effectLst/>
                <a:latin typeface="Söhne"/>
              </a:rPr>
              <a:t>cú</a:t>
            </a:r>
            <a:r>
              <a:rPr lang="en-US" sz="1600" b="0" i="0" dirty="0">
                <a:solidFill>
                  <a:schemeClr val="tx1"/>
                </a:solidFill>
                <a:effectLst/>
                <a:latin typeface="Söhne"/>
              </a:rPr>
              <a:t> </a:t>
            </a:r>
            <a:r>
              <a:rPr lang="en-US" sz="1600" b="0" i="0" dirty="0" err="1">
                <a:solidFill>
                  <a:schemeClr val="tx1"/>
                </a:solidFill>
                <a:effectLst/>
                <a:latin typeface="Söhne"/>
              </a:rPr>
              <a:t>pháp</a:t>
            </a:r>
            <a:r>
              <a:rPr lang="en-US" sz="1600" b="0" i="0" dirty="0">
                <a:solidFill>
                  <a:schemeClr val="tx1"/>
                </a:solidFill>
                <a:effectLst/>
                <a:latin typeface="Söhne"/>
              </a:rPr>
              <a:t> </a:t>
            </a:r>
            <a:r>
              <a:rPr lang="en-US" sz="1600" b="0" i="0" dirty="0" err="1">
                <a:solidFill>
                  <a:schemeClr val="tx1"/>
                </a:solidFill>
                <a:effectLst/>
                <a:latin typeface="Söhne"/>
              </a:rPr>
              <a:t>rõ</a:t>
            </a:r>
            <a:r>
              <a:rPr lang="en-US" sz="1600" b="0" i="0" dirty="0">
                <a:solidFill>
                  <a:schemeClr val="tx1"/>
                </a:solidFill>
                <a:effectLst/>
                <a:latin typeface="Söhne"/>
              </a:rPr>
              <a:t> </a:t>
            </a:r>
            <a:r>
              <a:rPr lang="en-US" sz="1600" b="0" i="0" dirty="0" err="1">
                <a:solidFill>
                  <a:schemeClr val="tx1"/>
                </a:solidFill>
                <a:effectLst/>
                <a:latin typeface="Söhne"/>
              </a:rPr>
              <a:t>ràng</a:t>
            </a:r>
            <a:r>
              <a:rPr lang="en-US" sz="1600" b="0" i="0" dirty="0">
                <a:solidFill>
                  <a:schemeClr val="tx1"/>
                </a:solidFill>
                <a:effectLst/>
                <a:latin typeface="Söhne"/>
              </a:rPr>
              <a:t>, </a:t>
            </a:r>
            <a:r>
              <a:rPr lang="en-US" sz="1600" b="0" i="0" dirty="0" err="1">
                <a:solidFill>
                  <a:schemeClr val="tx1"/>
                </a:solidFill>
                <a:effectLst/>
                <a:latin typeface="Söhne"/>
              </a:rPr>
              <a:t>dễ</a:t>
            </a:r>
            <a:r>
              <a:rPr lang="en-US" sz="1600" b="0" i="0" dirty="0">
                <a:solidFill>
                  <a:schemeClr val="tx1"/>
                </a:solidFill>
                <a:effectLst/>
                <a:latin typeface="Söhne"/>
              </a:rPr>
              <a:t> </a:t>
            </a:r>
            <a:r>
              <a:rPr lang="en-US" sz="1600" b="0" i="0" dirty="0" err="1">
                <a:solidFill>
                  <a:schemeClr val="tx1"/>
                </a:solidFill>
                <a:effectLst/>
                <a:latin typeface="Söhne"/>
              </a:rPr>
              <a:t>đọc</a:t>
            </a:r>
            <a:r>
              <a:rPr lang="en-US" sz="1600" b="0" i="0" dirty="0">
                <a:solidFill>
                  <a:schemeClr val="tx1"/>
                </a:solidFill>
                <a:effectLst/>
                <a:latin typeface="Söhne"/>
              </a:rPr>
              <a:t> </a:t>
            </a:r>
            <a:r>
              <a:rPr lang="en-US" sz="1600" b="0" i="0" dirty="0" err="1">
                <a:solidFill>
                  <a:schemeClr val="tx1"/>
                </a:solidFill>
                <a:effectLst/>
                <a:latin typeface="Söhne"/>
              </a:rPr>
              <a:t>và</a:t>
            </a:r>
            <a:r>
              <a:rPr lang="en-US" sz="1600" b="0" i="0" dirty="0">
                <a:solidFill>
                  <a:schemeClr val="tx1"/>
                </a:solidFill>
                <a:effectLst/>
                <a:latin typeface="Söhne"/>
              </a:rPr>
              <a:t> </a:t>
            </a:r>
            <a:r>
              <a:rPr lang="en-US" sz="1600" b="0" i="0" dirty="0" err="1">
                <a:solidFill>
                  <a:schemeClr val="tx1"/>
                </a:solidFill>
                <a:effectLst/>
                <a:latin typeface="Söhne"/>
              </a:rPr>
              <a:t>gọn</a:t>
            </a:r>
            <a:r>
              <a:rPr lang="en-US" sz="1600" b="0" i="0" dirty="0">
                <a:solidFill>
                  <a:schemeClr val="tx1"/>
                </a:solidFill>
                <a:effectLst/>
                <a:latin typeface="Söhne"/>
              </a:rPr>
              <a:t> </a:t>
            </a:r>
            <a:r>
              <a:rPr lang="en-US" sz="1600" b="0" i="0" dirty="0" err="1">
                <a:solidFill>
                  <a:schemeClr val="tx1"/>
                </a:solidFill>
                <a:effectLst/>
                <a:latin typeface="Söhne"/>
              </a:rPr>
              <a:t>nhẹ</a:t>
            </a:r>
            <a:r>
              <a:rPr lang="en-US" sz="1600" b="0" i="0" dirty="0">
                <a:solidFill>
                  <a:schemeClr val="tx1"/>
                </a:solidFill>
                <a:effectLst/>
                <a:latin typeface="Söhne"/>
              </a:rPr>
              <a:t>, </a:t>
            </a:r>
            <a:r>
              <a:rPr lang="en-US" sz="1600" b="0" i="0" dirty="0" err="1">
                <a:solidFill>
                  <a:schemeClr val="tx1"/>
                </a:solidFill>
                <a:effectLst/>
                <a:latin typeface="Söhne"/>
              </a:rPr>
              <a:t>giúp</a:t>
            </a:r>
            <a:r>
              <a:rPr lang="en-US" sz="1600" b="0" i="0" dirty="0">
                <a:solidFill>
                  <a:schemeClr val="tx1"/>
                </a:solidFill>
                <a:effectLst/>
                <a:latin typeface="Söhne"/>
              </a:rPr>
              <a:t> </a:t>
            </a:r>
            <a:r>
              <a:rPr lang="en-US" sz="1600" b="0" i="0" dirty="0" err="1">
                <a:solidFill>
                  <a:schemeClr val="tx1"/>
                </a:solidFill>
                <a:effectLst/>
                <a:latin typeface="Söhne"/>
              </a:rPr>
              <a:t>các</a:t>
            </a:r>
            <a:r>
              <a:rPr lang="en-US" sz="1600" b="0" i="0" dirty="0">
                <a:solidFill>
                  <a:schemeClr val="tx1"/>
                </a:solidFill>
                <a:effectLst/>
                <a:latin typeface="Söhne"/>
              </a:rPr>
              <a:t> </a:t>
            </a:r>
            <a:r>
              <a:rPr lang="en-US" sz="1600" b="0" i="0" dirty="0" err="1">
                <a:solidFill>
                  <a:schemeClr val="tx1"/>
                </a:solidFill>
                <a:effectLst/>
                <a:latin typeface="Söhne"/>
              </a:rPr>
              <a:t>nhà</a:t>
            </a:r>
            <a:r>
              <a:rPr lang="en-US" sz="1600" b="0" i="0" dirty="0">
                <a:solidFill>
                  <a:schemeClr val="tx1"/>
                </a:solidFill>
                <a:effectLst/>
                <a:latin typeface="Söhne"/>
              </a:rPr>
              <a:t> </a:t>
            </a:r>
            <a:r>
              <a:rPr lang="en-US" sz="1600" b="0" i="0" dirty="0" err="1">
                <a:solidFill>
                  <a:schemeClr val="tx1"/>
                </a:solidFill>
                <a:effectLst/>
                <a:latin typeface="Söhne"/>
              </a:rPr>
              <a:t>phát</a:t>
            </a:r>
            <a:r>
              <a:rPr lang="en-US" sz="1600" b="0" i="0" dirty="0">
                <a:solidFill>
                  <a:schemeClr val="tx1"/>
                </a:solidFill>
                <a:effectLst/>
                <a:latin typeface="Söhne"/>
              </a:rPr>
              <a:t> </a:t>
            </a:r>
            <a:r>
              <a:rPr lang="en-US" sz="1600" b="0" i="0" dirty="0" err="1">
                <a:solidFill>
                  <a:schemeClr val="tx1"/>
                </a:solidFill>
                <a:effectLst/>
                <a:latin typeface="Söhne"/>
              </a:rPr>
              <a:t>triển</a:t>
            </a:r>
            <a:r>
              <a:rPr lang="en-US" sz="1600" b="0" i="0" dirty="0">
                <a:solidFill>
                  <a:schemeClr val="tx1"/>
                </a:solidFill>
                <a:effectLst/>
                <a:latin typeface="Söhne"/>
              </a:rPr>
              <a:t> </a:t>
            </a:r>
            <a:r>
              <a:rPr lang="en-US" sz="1600" b="0" i="0" dirty="0" err="1">
                <a:solidFill>
                  <a:schemeClr val="tx1"/>
                </a:solidFill>
                <a:effectLst/>
                <a:latin typeface="Söhne"/>
              </a:rPr>
              <a:t>tập</a:t>
            </a:r>
            <a:r>
              <a:rPr lang="en-US" sz="1600" b="0" i="0" dirty="0">
                <a:solidFill>
                  <a:schemeClr val="tx1"/>
                </a:solidFill>
                <a:effectLst/>
                <a:latin typeface="Söhne"/>
              </a:rPr>
              <a:t> </a:t>
            </a:r>
            <a:r>
              <a:rPr lang="en-US" sz="1600" b="0" i="0" dirty="0" err="1">
                <a:solidFill>
                  <a:schemeClr val="tx1"/>
                </a:solidFill>
                <a:effectLst/>
                <a:latin typeface="Söhne"/>
              </a:rPr>
              <a:t>trung</a:t>
            </a:r>
            <a:r>
              <a:rPr lang="en-US" sz="1600" b="0" i="0" dirty="0">
                <a:solidFill>
                  <a:schemeClr val="tx1"/>
                </a:solidFill>
                <a:effectLst/>
                <a:latin typeface="Söhne"/>
              </a:rPr>
              <a:t> </a:t>
            </a:r>
            <a:r>
              <a:rPr lang="en-US" sz="1600" b="0" i="0" dirty="0" err="1">
                <a:solidFill>
                  <a:schemeClr val="tx1"/>
                </a:solidFill>
                <a:effectLst/>
                <a:latin typeface="Söhne"/>
              </a:rPr>
              <a:t>vào</a:t>
            </a:r>
            <a:r>
              <a:rPr lang="en-US" sz="1600" b="0" i="0" dirty="0">
                <a:solidFill>
                  <a:schemeClr val="tx1"/>
                </a:solidFill>
                <a:effectLst/>
                <a:latin typeface="Söhne"/>
              </a:rPr>
              <a:t> </a:t>
            </a:r>
            <a:r>
              <a:rPr lang="en-US" sz="1600" b="0" i="0" dirty="0" err="1">
                <a:solidFill>
                  <a:schemeClr val="tx1"/>
                </a:solidFill>
                <a:effectLst/>
                <a:latin typeface="Söhne"/>
              </a:rPr>
              <a:t>việc</a:t>
            </a:r>
            <a:r>
              <a:rPr lang="en-US" sz="1600" b="0" i="0" dirty="0">
                <a:solidFill>
                  <a:schemeClr val="tx1"/>
                </a:solidFill>
                <a:effectLst/>
                <a:latin typeface="Söhne"/>
              </a:rPr>
              <a:t> </a:t>
            </a:r>
            <a:r>
              <a:rPr lang="en-US" sz="1600" b="0" i="0" dirty="0" err="1">
                <a:solidFill>
                  <a:schemeClr val="tx1"/>
                </a:solidFill>
                <a:effectLst/>
                <a:latin typeface="Söhne"/>
              </a:rPr>
              <a:t>giải</a:t>
            </a:r>
            <a:r>
              <a:rPr lang="en-US" sz="1600" b="0" i="0" dirty="0">
                <a:solidFill>
                  <a:schemeClr val="tx1"/>
                </a:solidFill>
                <a:effectLst/>
                <a:latin typeface="Söhne"/>
              </a:rPr>
              <a:t> </a:t>
            </a:r>
            <a:r>
              <a:rPr lang="en-US" sz="1600" b="0" i="0" dirty="0" err="1">
                <a:solidFill>
                  <a:schemeClr val="tx1"/>
                </a:solidFill>
                <a:effectLst/>
                <a:latin typeface="Söhne"/>
              </a:rPr>
              <a:t>quyết</a:t>
            </a:r>
            <a:r>
              <a:rPr lang="en-US" sz="1600" b="0" i="0" dirty="0">
                <a:solidFill>
                  <a:schemeClr val="tx1"/>
                </a:solidFill>
                <a:effectLst/>
                <a:latin typeface="Söhne"/>
              </a:rPr>
              <a:t> </a:t>
            </a:r>
            <a:r>
              <a:rPr lang="en-US" sz="1600" b="0" i="0" dirty="0" err="1">
                <a:solidFill>
                  <a:schemeClr val="tx1"/>
                </a:solidFill>
                <a:effectLst/>
                <a:latin typeface="Söhne"/>
              </a:rPr>
              <a:t>vấn</a:t>
            </a:r>
            <a:r>
              <a:rPr lang="en-US" sz="1600" b="0" i="0" dirty="0">
                <a:solidFill>
                  <a:schemeClr val="tx1"/>
                </a:solidFill>
                <a:effectLst/>
                <a:latin typeface="Söhne"/>
              </a:rPr>
              <a:t> </a:t>
            </a:r>
            <a:r>
              <a:rPr lang="en-US" sz="1600" b="0" i="0" dirty="0" err="1">
                <a:solidFill>
                  <a:schemeClr val="tx1"/>
                </a:solidFill>
                <a:effectLst/>
                <a:latin typeface="Söhne"/>
              </a:rPr>
              <a:t>đề</a:t>
            </a:r>
            <a:r>
              <a:rPr lang="en-US" sz="1600" b="0" i="0" dirty="0">
                <a:solidFill>
                  <a:schemeClr val="tx1"/>
                </a:solidFill>
                <a:effectLst/>
                <a:latin typeface="Söhne"/>
              </a:rPr>
              <a:t> </a:t>
            </a:r>
            <a:r>
              <a:rPr lang="en-US" sz="1600" b="0" i="0" dirty="0" err="1">
                <a:solidFill>
                  <a:schemeClr val="tx1"/>
                </a:solidFill>
                <a:effectLst/>
                <a:latin typeface="Söhne"/>
              </a:rPr>
              <a:t>thay</a:t>
            </a:r>
            <a:r>
              <a:rPr lang="en-US" sz="1600" b="0" i="0" dirty="0">
                <a:solidFill>
                  <a:schemeClr val="tx1"/>
                </a:solidFill>
                <a:effectLst/>
                <a:latin typeface="Söhne"/>
              </a:rPr>
              <a:t> </a:t>
            </a:r>
            <a:r>
              <a:rPr lang="en-US" sz="1600" b="0" i="0" dirty="0" err="1">
                <a:solidFill>
                  <a:schemeClr val="tx1"/>
                </a:solidFill>
                <a:effectLst/>
                <a:latin typeface="Söhne"/>
              </a:rPr>
              <a:t>vì</a:t>
            </a:r>
            <a:r>
              <a:rPr lang="en-US" sz="1600" b="0" i="0" dirty="0">
                <a:solidFill>
                  <a:schemeClr val="tx1"/>
                </a:solidFill>
                <a:effectLst/>
                <a:latin typeface="Söhne"/>
              </a:rPr>
              <a:t> </a:t>
            </a:r>
            <a:r>
              <a:rPr lang="en-US" sz="1600" b="0" i="0" dirty="0" err="1">
                <a:solidFill>
                  <a:schemeClr val="tx1"/>
                </a:solidFill>
                <a:effectLst/>
                <a:latin typeface="Söhne"/>
              </a:rPr>
              <a:t>phải</a:t>
            </a:r>
            <a:r>
              <a:rPr lang="en-US" sz="1600" b="0" i="0" dirty="0">
                <a:solidFill>
                  <a:schemeClr val="tx1"/>
                </a:solidFill>
                <a:effectLst/>
                <a:latin typeface="Söhne"/>
              </a:rPr>
              <a:t> </a:t>
            </a:r>
            <a:r>
              <a:rPr lang="en-US" sz="1600" b="0" i="0" dirty="0" err="1">
                <a:solidFill>
                  <a:schemeClr val="tx1"/>
                </a:solidFill>
                <a:effectLst/>
                <a:latin typeface="Söhne"/>
              </a:rPr>
              <a:t>bận</a:t>
            </a:r>
            <a:r>
              <a:rPr lang="en-US" sz="1600" b="0" i="0" dirty="0">
                <a:solidFill>
                  <a:schemeClr val="tx1"/>
                </a:solidFill>
                <a:effectLst/>
                <a:latin typeface="Söhne"/>
              </a:rPr>
              <a:t> </a:t>
            </a:r>
            <a:r>
              <a:rPr lang="en-US" sz="1600" b="0" i="0" dirty="0" err="1">
                <a:solidFill>
                  <a:schemeClr val="tx1"/>
                </a:solidFill>
                <a:effectLst/>
                <a:latin typeface="Söhne"/>
              </a:rPr>
              <a:t>tâm</a:t>
            </a:r>
            <a:r>
              <a:rPr lang="en-US" sz="1600" b="0" i="0" dirty="0">
                <a:solidFill>
                  <a:schemeClr val="tx1"/>
                </a:solidFill>
                <a:effectLst/>
                <a:latin typeface="Söhne"/>
              </a:rPr>
              <a:t> </a:t>
            </a:r>
            <a:r>
              <a:rPr lang="en-US" sz="1600" b="0" i="0" dirty="0" err="1">
                <a:solidFill>
                  <a:schemeClr val="tx1"/>
                </a:solidFill>
                <a:effectLst/>
                <a:latin typeface="Söhne"/>
              </a:rPr>
              <a:t>về</a:t>
            </a:r>
            <a:r>
              <a:rPr lang="en-US" sz="1600" b="0" i="0" dirty="0">
                <a:solidFill>
                  <a:schemeClr val="tx1"/>
                </a:solidFill>
                <a:effectLst/>
                <a:latin typeface="Söhne"/>
              </a:rPr>
              <a:t> </a:t>
            </a:r>
            <a:r>
              <a:rPr lang="en-US" sz="1600" b="0" i="0" dirty="0" err="1">
                <a:solidFill>
                  <a:schemeClr val="tx1"/>
                </a:solidFill>
                <a:effectLst/>
                <a:latin typeface="Söhne"/>
              </a:rPr>
              <a:t>các</a:t>
            </a:r>
            <a:r>
              <a:rPr lang="en-US" sz="1600" b="0" i="0" dirty="0">
                <a:solidFill>
                  <a:schemeClr val="tx1"/>
                </a:solidFill>
                <a:effectLst/>
                <a:latin typeface="Söhne"/>
              </a:rPr>
              <a:t> chi </a:t>
            </a:r>
            <a:r>
              <a:rPr lang="en-US" sz="1600" b="0" i="0" dirty="0" err="1">
                <a:solidFill>
                  <a:schemeClr val="tx1"/>
                </a:solidFill>
                <a:effectLst/>
                <a:latin typeface="Söhne"/>
              </a:rPr>
              <a:t>tiết</a:t>
            </a:r>
            <a:r>
              <a:rPr lang="en-US" sz="1600" b="0" i="0" dirty="0">
                <a:solidFill>
                  <a:schemeClr val="tx1"/>
                </a:solidFill>
                <a:effectLst/>
                <a:latin typeface="Söhne"/>
              </a:rPr>
              <a:t> </a:t>
            </a:r>
            <a:r>
              <a:rPr lang="en-US" sz="1600" b="0" i="0" dirty="0" err="1">
                <a:solidFill>
                  <a:schemeClr val="tx1"/>
                </a:solidFill>
                <a:effectLst/>
                <a:latin typeface="Söhne"/>
              </a:rPr>
              <a:t>cú</a:t>
            </a:r>
            <a:r>
              <a:rPr lang="en-US" sz="1600" b="0" i="0" dirty="0">
                <a:solidFill>
                  <a:schemeClr val="tx1"/>
                </a:solidFill>
                <a:effectLst/>
                <a:latin typeface="Söhne"/>
              </a:rPr>
              <a:t> </a:t>
            </a:r>
            <a:r>
              <a:rPr lang="en-US" sz="1600" b="0" i="0" dirty="0" err="1">
                <a:solidFill>
                  <a:schemeClr val="tx1"/>
                </a:solidFill>
                <a:effectLst/>
                <a:latin typeface="Söhne"/>
              </a:rPr>
              <a:t>pháp</a:t>
            </a:r>
            <a:r>
              <a:rPr lang="en-US" sz="1600" b="0" i="0" dirty="0">
                <a:solidFill>
                  <a:schemeClr val="tx1"/>
                </a:solidFill>
                <a:effectLst/>
                <a:latin typeface="Söhne"/>
              </a:rPr>
              <a:t> </a:t>
            </a:r>
            <a:r>
              <a:rPr lang="en-US" sz="1600" b="0" i="0" dirty="0" err="1">
                <a:solidFill>
                  <a:schemeClr val="tx1"/>
                </a:solidFill>
                <a:effectLst/>
                <a:latin typeface="Söhne"/>
              </a:rPr>
              <a:t>phức</a:t>
            </a:r>
            <a:r>
              <a:rPr lang="en-US" sz="1600" b="0" i="0" dirty="0">
                <a:solidFill>
                  <a:schemeClr val="tx1"/>
                </a:solidFill>
                <a:effectLst/>
                <a:latin typeface="Söhne"/>
              </a:rPr>
              <a:t> </a:t>
            </a:r>
            <a:r>
              <a:rPr lang="en-US" sz="1600" b="0" i="0" dirty="0" err="1">
                <a:solidFill>
                  <a:schemeClr val="tx1"/>
                </a:solidFill>
                <a:effectLst/>
                <a:latin typeface="Söhne"/>
              </a:rPr>
              <a:t>tạp</a:t>
            </a:r>
            <a:r>
              <a:rPr lang="en-US" sz="1600" b="0" i="0" dirty="0">
                <a:solidFill>
                  <a:schemeClr val="tx1"/>
                </a:solidFill>
                <a:effectLst/>
                <a:latin typeface="Söhne"/>
              </a:rPr>
              <a:t>.</a:t>
            </a:r>
            <a:endParaRPr sz="1600" dirty="0">
              <a:solidFill>
                <a:schemeClr val="tx1"/>
              </a:solidFill>
            </a:endParaRPr>
          </a:p>
        </p:txBody>
      </p:sp>
      <p:sp>
        <p:nvSpPr>
          <p:cNvPr id="1638" name="Google Shape;1638;p41"/>
          <p:cNvSpPr txBox="1">
            <a:spLocks noGrp="1"/>
          </p:cNvSpPr>
          <p:nvPr>
            <p:ph type="subTitle" idx="3"/>
          </p:nvPr>
        </p:nvSpPr>
        <p:spPr>
          <a:xfrm>
            <a:off x="4999908" y="2048488"/>
            <a:ext cx="23403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Framework </a:t>
            </a:r>
            <a:r>
              <a:rPr lang="en-US" dirty="0" err="1"/>
              <a:t>Kivy</a:t>
            </a:r>
            <a:endParaRPr dirty="0"/>
          </a:p>
        </p:txBody>
      </p:sp>
      <p:sp>
        <p:nvSpPr>
          <p:cNvPr id="1639" name="Google Shape;1639;p41"/>
          <p:cNvSpPr txBox="1">
            <a:spLocks noGrp="1"/>
          </p:cNvSpPr>
          <p:nvPr>
            <p:ph type="subTitle" idx="4"/>
          </p:nvPr>
        </p:nvSpPr>
        <p:spPr>
          <a:xfrm>
            <a:off x="1803800" y="2048488"/>
            <a:ext cx="23403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Python</a:t>
            </a:r>
            <a:endParaRPr dirty="0"/>
          </a:p>
        </p:txBody>
      </p:sp>
      <p:grpSp>
        <p:nvGrpSpPr>
          <p:cNvPr id="1640" name="Google Shape;1640;p41"/>
          <p:cNvGrpSpPr/>
          <p:nvPr/>
        </p:nvGrpSpPr>
        <p:grpSpPr>
          <a:xfrm>
            <a:off x="5097753" y="1560284"/>
            <a:ext cx="336779" cy="341145"/>
            <a:chOff x="3906683" y="713190"/>
            <a:chExt cx="470494" cy="476593"/>
          </a:xfrm>
        </p:grpSpPr>
        <p:sp>
          <p:nvSpPr>
            <p:cNvPr id="1641" name="Google Shape;1641;p41"/>
            <p:cNvSpPr/>
            <p:nvPr/>
          </p:nvSpPr>
          <p:spPr>
            <a:xfrm>
              <a:off x="4044016" y="1026044"/>
              <a:ext cx="150100" cy="13676"/>
            </a:xfrm>
            <a:custGeom>
              <a:avLst/>
              <a:gdLst/>
              <a:ahLst/>
              <a:cxnLst/>
              <a:rect l="l" t="t" r="r" b="b"/>
              <a:pathLst>
                <a:path w="3962" h="361" extrusionOk="0">
                  <a:moveTo>
                    <a:pt x="199" y="0"/>
                  </a:moveTo>
                  <a:cubicBezTo>
                    <a:pt x="104" y="0"/>
                    <a:pt x="18" y="71"/>
                    <a:pt x="10" y="165"/>
                  </a:cubicBezTo>
                  <a:cubicBezTo>
                    <a:pt x="1" y="272"/>
                    <a:pt x="85" y="361"/>
                    <a:pt x="192" y="361"/>
                  </a:cubicBezTo>
                  <a:lnTo>
                    <a:pt x="3764" y="361"/>
                  </a:lnTo>
                  <a:cubicBezTo>
                    <a:pt x="3859" y="361"/>
                    <a:pt x="3944" y="292"/>
                    <a:pt x="3953" y="197"/>
                  </a:cubicBezTo>
                  <a:cubicBezTo>
                    <a:pt x="3961" y="89"/>
                    <a:pt x="3877" y="0"/>
                    <a:pt x="37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41"/>
            <p:cNvSpPr/>
            <p:nvPr/>
          </p:nvSpPr>
          <p:spPr>
            <a:xfrm>
              <a:off x="3971391" y="1026044"/>
              <a:ext cx="52774" cy="13676"/>
            </a:xfrm>
            <a:custGeom>
              <a:avLst/>
              <a:gdLst/>
              <a:ahLst/>
              <a:cxnLst/>
              <a:rect l="l" t="t" r="r" b="b"/>
              <a:pathLst>
                <a:path w="1393" h="361" extrusionOk="0">
                  <a:moveTo>
                    <a:pt x="198" y="0"/>
                  </a:moveTo>
                  <a:cubicBezTo>
                    <a:pt x="103" y="0"/>
                    <a:pt x="17" y="71"/>
                    <a:pt x="10" y="165"/>
                  </a:cubicBezTo>
                  <a:cubicBezTo>
                    <a:pt x="0" y="272"/>
                    <a:pt x="84" y="361"/>
                    <a:pt x="189" y="361"/>
                  </a:cubicBezTo>
                  <a:lnTo>
                    <a:pt x="1194" y="361"/>
                  </a:lnTo>
                  <a:cubicBezTo>
                    <a:pt x="1290" y="361"/>
                    <a:pt x="1375" y="292"/>
                    <a:pt x="1383" y="197"/>
                  </a:cubicBezTo>
                  <a:cubicBezTo>
                    <a:pt x="1392" y="89"/>
                    <a:pt x="1308" y="0"/>
                    <a:pt x="120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41"/>
            <p:cNvSpPr/>
            <p:nvPr/>
          </p:nvSpPr>
          <p:spPr>
            <a:xfrm>
              <a:off x="3970785" y="1052147"/>
              <a:ext cx="225075" cy="13676"/>
            </a:xfrm>
            <a:custGeom>
              <a:avLst/>
              <a:gdLst/>
              <a:ahLst/>
              <a:cxnLst/>
              <a:rect l="l" t="t" r="r" b="b"/>
              <a:pathLst>
                <a:path w="5941" h="361" extrusionOk="0">
                  <a:moveTo>
                    <a:pt x="201" y="1"/>
                  </a:moveTo>
                  <a:cubicBezTo>
                    <a:pt x="105" y="1"/>
                    <a:pt x="20" y="70"/>
                    <a:pt x="11" y="165"/>
                  </a:cubicBezTo>
                  <a:cubicBezTo>
                    <a:pt x="1" y="272"/>
                    <a:pt x="88" y="361"/>
                    <a:pt x="194" y="361"/>
                  </a:cubicBezTo>
                  <a:lnTo>
                    <a:pt x="5741" y="361"/>
                  </a:lnTo>
                  <a:cubicBezTo>
                    <a:pt x="5837" y="361"/>
                    <a:pt x="5922" y="291"/>
                    <a:pt x="5932" y="196"/>
                  </a:cubicBezTo>
                  <a:cubicBezTo>
                    <a:pt x="5940" y="90"/>
                    <a:pt x="5855" y="1"/>
                    <a:pt x="57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41"/>
            <p:cNvSpPr/>
            <p:nvPr/>
          </p:nvSpPr>
          <p:spPr>
            <a:xfrm>
              <a:off x="4132213" y="1076961"/>
              <a:ext cx="62927" cy="13676"/>
            </a:xfrm>
            <a:custGeom>
              <a:avLst/>
              <a:gdLst/>
              <a:ahLst/>
              <a:cxnLst/>
              <a:rect l="l" t="t" r="r" b="b"/>
              <a:pathLst>
                <a:path w="1661" h="361" extrusionOk="0">
                  <a:moveTo>
                    <a:pt x="197" y="0"/>
                  </a:moveTo>
                  <a:cubicBezTo>
                    <a:pt x="102" y="0"/>
                    <a:pt x="17" y="69"/>
                    <a:pt x="9" y="164"/>
                  </a:cubicBezTo>
                  <a:cubicBezTo>
                    <a:pt x="0" y="271"/>
                    <a:pt x="84" y="360"/>
                    <a:pt x="189" y="360"/>
                  </a:cubicBezTo>
                  <a:lnTo>
                    <a:pt x="1462" y="360"/>
                  </a:lnTo>
                  <a:cubicBezTo>
                    <a:pt x="1558" y="360"/>
                    <a:pt x="1642" y="290"/>
                    <a:pt x="1651" y="195"/>
                  </a:cubicBezTo>
                  <a:cubicBezTo>
                    <a:pt x="1660" y="89"/>
                    <a:pt x="1576" y="0"/>
                    <a:pt x="147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41"/>
            <p:cNvSpPr/>
            <p:nvPr/>
          </p:nvSpPr>
          <p:spPr>
            <a:xfrm>
              <a:off x="3972376" y="1076923"/>
              <a:ext cx="139530" cy="13714"/>
            </a:xfrm>
            <a:custGeom>
              <a:avLst/>
              <a:gdLst/>
              <a:ahLst/>
              <a:cxnLst/>
              <a:rect l="l" t="t" r="r" b="b"/>
              <a:pathLst>
                <a:path w="3683" h="362" extrusionOk="0">
                  <a:moveTo>
                    <a:pt x="198" y="0"/>
                  </a:moveTo>
                  <a:cubicBezTo>
                    <a:pt x="103" y="0"/>
                    <a:pt x="17" y="69"/>
                    <a:pt x="10" y="163"/>
                  </a:cubicBezTo>
                  <a:cubicBezTo>
                    <a:pt x="0" y="272"/>
                    <a:pt x="84" y="361"/>
                    <a:pt x="189" y="361"/>
                  </a:cubicBezTo>
                  <a:lnTo>
                    <a:pt x="3486" y="361"/>
                  </a:lnTo>
                  <a:cubicBezTo>
                    <a:pt x="3581" y="361"/>
                    <a:pt x="3666" y="291"/>
                    <a:pt x="3675" y="196"/>
                  </a:cubicBezTo>
                  <a:cubicBezTo>
                    <a:pt x="3683" y="89"/>
                    <a:pt x="3599" y="0"/>
                    <a:pt x="34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41"/>
            <p:cNvSpPr/>
            <p:nvPr/>
          </p:nvSpPr>
          <p:spPr>
            <a:xfrm>
              <a:off x="3971239" y="891969"/>
              <a:ext cx="124187" cy="95622"/>
            </a:xfrm>
            <a:custGeom>
              <a:avLst/>
              <a:gdLst/>
              <a:ahLst/>
              <a:cxnLst/>
              <a:rect l="l" t="t" r="r" b="b"/>
              <a:pathLst>
                <a:path w="3278" h="2524" extrusionOk="0">
                  <a:moveTo>
                    <a:pt x="2917" y="363"/>
                  </a:moveTo>
                  <a:lnTo>
                    <a:pt x="2917" y="2131"/>
                  </a:lnTo>
                  <a:lnTo>
                    <a:pt x="361" y="2131"/>
                  </a:lnTo>
                  <a:lnTo>
                    <a:pt x="361" y="363"/>
                  </a:lnTo>
                  <a:close/>
                  <a:moveTo>
                    <a:pt x="185" y="0"/>
                  </a:moveTo>
                  <a:cubicBezTo>
                    <a:pt x="83" y="0"/>
                    <a:pt x="0" y="83"/>
                    <a:pt x="0" y="186"/>
                  </a:cubicBezTo>
                  <a:lnTo>
                    <a:pt x="0" y="2339"/>
                  </a:lnTo>
                  <a:cubicBezTo>
                    <a:pt x="0" y="2442"/>
                    <a:pt x="83" y="2523"/>
                    <a:pt x="185" y="2523"/>
                  </a:cubicBezTo>
                  <a:lnTo>
                    <a:pt x="3093" y="2523"/>
                  </a:lnTo>
                  <a:cubicBezTo>
                    <a:pt x="3195" y="2523"/>
                    <a:pt x="3277" y="2442"/>
                    <a:pt x="3277" y="2339"/>
                  </a:cubicBezTo>
                  <a:lnTo>
                    <a:pt x="3277" y="186"/>
                  </a:lnTo>
                  <a:cubicBezTo>
                    <a:pt x="3277" y="83"/>
                    <a:pt x="3195" y="0"/>
                    <a:pt x="30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41"/>
            <p:cNvSpPr/>
            <p:nvPr/>
          </p:nvSpPr>
          <p:spPr>
            <a:xfrm>
              <a:off x="3971239" y="788960"/>
              <a:ext cx="273189" cy="63382"/>
            </a:xfrm>
            <a:custGeom>
              <a:avLst/>
              <a:gdLst/>
              <a:ahLst/>
              <a:cxnLst/>
              <a:rect l="l" t="t" r="r" b="b"/>
              <a:pathLst>
                <a:path w="7211" h="1673" extrusionOk="0">
                  <a:moveTo>
                    <a:pt x="185" y="0"/>
                  </a:moveTo>
                  <a:cubicBezTo>
                    <a:pt x="83" y="0"/>
                    <a:pt x="0" y="83"/>
                    <a:pt x="0" y="186"/>
                  </a:cubicBezTo>
                  <a:lnTo>
                    <a:pt x="0" y="1491"/>
                  </a:lnTo>
                  <a:cubicBezTo>
                    <a:pt x="0" y="1591"/>
                    <a:pt x="82" y="1672"/>
                    <a:pt x="182" y="1672"/>
                  </a:cubicBezTo>
                  <a:lnTo>
                    <a:pt x="1997" y="1672"/>
                  </a:lnTo>
                  <a:cubicBezTo>
                    <a:pt x="2093" y="1672"/>
                    <a:pt x="2178" y="1603"/>
                    <a:pt x="2185" y="1509"/>
                  </a:cubicBezTo>
                  <a:cubicBezTo>
                    <a:pt x="2194" y="1402"/>
                    <a:pt x="2111" y="1313"/>
                    <a:pt x="2006" y="1313"/>
                  </a:cubicBezTo>
                  <a:lnTo>
                    <a:pt x="360" y="1313"/>
                  </a:lnTo>
                  <a:lnTo>
                    <a:pt x="360" y="362"/>
                  </a:lnTo>
                  <a:lnTo>
                    <a:pt x="6849" y="362"/>
                  </a:lnTo>
                  <a:lnTo>
                    <a:pt x="6849" y="1313"/>
                  </a:lnTo>
                  <a:lnTo>
                    <a:pt x="3003" y="1313"/>
                  </a:lnTo>
                  <a:cubicBezTo>
                    <a:pt x="2907" y="1313"/>
                    <a:pt x="2822" y="1382"/>
                    <a:pt x="2814" y="1476"/>
                  </a:cubicBezTo>
                  <a:cubicBezTo>
                    <a:pt x="2805" y="1583"/>
                    <a:pt x="2889" y="1672"/>
                    <a:pt x="2993" y="1672"/>
                  </a:cubicBezTo>
                  <a:lnTo>
                    <a:pt x="7026" y="1672"/>
                  </a:lnTo>
                  <a:cubicBezTo>
                    <a:pt x="7127" y="1672"/>
                    <a:pt x="7210" y="1590"/>
                    <a:pt x="7210" y="1488"/>
                  </a:cubicBezTo>
                  <a:lnTo>
                    <a:pt x="7210" y="185"/>
                  </a:lnTo>
                  <a:cubicBezTo>
                    <a:pt x="7209" y="82"/>
                    <a:pt x="7126" y="0"/>
                    <a:pt x="70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41"/>
            <p:cNvSpPr/>
            <p:nvPr/>
          </p:nvSpPr>
          <p:spPr>
            <a:xfrm>
              <a:off x="4238101" y="930498"/>
              <a:ext cx="116762" cy="42204"/>
            </a:xfrm>
            <a:custGeom>
              <a:avLst/>
              <a:gdLst/>
              <a:ahLst/>
              <a:cxnLst/>
              <a:rect l="l" t="t" r="r" b="b"/>
              <a:pathLst>
                <a:path w="3082" h="1114" extrusionOk="0">
                  <a:moveTo>
                    <a:pt x="2721" y="360"/>
                  </a:moveTo>
                  <a:lnTo>
                    <a:pt x="2721" y="720"/>
                  </a:lnTo>
                  <a:lnTo>
                    <a:pt x="361" y="720"/>
                  </a:lnTo>
                  <a:lnTo>
                    <a:pt x="361" y="360"/>
                  </a:lnTo>
                  <a:close/>
                  <a:moveTo>
                    <a:pt x="186" y="0"/>
                  </a:moveTo>
                  <a:cubicBezTo>
                    <a:pt x="83" y="0"/>
                    <a:pt x="1" y="82"/>
                    <a:pt x="1" y="185"/>
                  </a:cubicBezTo>
                  <a:lnTo>
                    <a:pt x="1" y="929"/>
                  </a:lnTo>
                  <a:cubicBezTo>
                    <a:pt x="1" y="1032"/>
                    <a:pt x="83" y="1114"/>
                    <a:pt x="186" y="1114"/>
                  </a:cubicBezTo>
                  <a:lnTo>
                    <a:pt x="2898" y="1114"/>
                  </a:lnTo>
                  <a:cubicBezTo>
                    <a:pt x="2999" y="1114"/>
                    <a:pt x="3082" y="1032"/>
                    <a:pt x="3082" y="929"/>
                  </a:cubicBezTo>
                  <a:lnTo>
                    <a:pt x="3082" y="185"/>
                  </a:lnTo>
                  <a:cubicBezTo>
                    <a:pt x="3081" y="82"/>
                    <a:pt x="2999" y="0"/>
                    <a:pt x="28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41"/>
            <p:cNvSpPr/>
            <p:nvPr/>
          </p:nvSpPr>
          <p:spPr>
            <a:xfrm>
              <a:off x="3906683" y="713190"/>
              <a:ext cx="470494" cy="476593"/>
            </a:xfrm>
            <a:custGeom>
              <a:avLst/>
              <a:gdLst/>
              <a:ahLst/>
              <a:cxnLst/>
              <a:rect l="l" t="t" r="r" b="b"/>
              <a:pathLst>
                <a:path w="12419" h="12580" extrusionOk="0">
                  <a:moveTo>
                    <a:pt x="10075" y="361"/>
                  </a:moveTo>
                  <a:cubicBezTo>
                    <a:pt x="10175" y="361"/>
                    <a:pt x="10256" y="443"/>
                    <a:pt x="10256" y="544"/>
                  </a:cubicBezTo>
                  <a:lnTo>
                    <a:pt x="10256" y="1312"/>
                  </a:lnTo>
                  <a:lnTo>
                    <a:pt x="361" y="1312"/>
                  </a:lnTo>
                  <a:lnTo>
                    <a:pt x="361" y="544"/>
                  </a:lnTo>
                  <a:cubicBezTo>
                    <a:pt x="361" y="444"/>
                    <a:pt x="442" y="361"/>
                    <a:pt x="544" y="361"/>
                  </a:cubicBezTo>
                  <a:close/>
                  <a:moveTo>
                    <a:pt x="10256" y="1705"/>
                  </a:moveTo>
                  <a:lnTo>
                    <a:pt x="10256" y="3999"/>
                  </a:lnTo>
                  <a:lnTo>
                    <a:pt x="361" y="3999"/>
                  </a:lnTo>
                  <a:lnTo>
                    <a:pt x="361" y="1705"/>
                  </a:lnTo>
                  <a:close/>
                  <a:moveTo>
                    <a:pt x="8553" y="5081"/>
                  </a:moveTo>
                  <a:lnTo>
                    <a:pt x="8553" y="5229"/>
                  </a:lnTo>
                  <a:cubicBezTo>
                    <a:pt x="8323" y="5312"/>
                    <a:pt x="8159" y="5538"/>
                    <a:pt x="8159" y="5804"/>
                  </a:cubicBezTo>
                  <a:lnTo>
                    <a:pt x="8159" y="6850"/>
                  </a:lnTo>
                  <a:lnTo>
                    <a:pt x="5996" y="6850"/>
                  </a:lnTo>
                  <a:lnTo>
                    <a:pt x="5996" y="5081"/>
                  </a:lnTo>
                  <a:close/>
                  <a:moveTo>
                    <a:pt x="10256" y="4359"/>
                  </a:moveTo>
                  <a:lnTo>
                    <a:pt x="10256" y="5211"/>
                  </a:lnTo>
                  <a:lnTo>
                    <a:pt x="8913" y="5211"/>
                  </a:lnTo>
                  <a:lnTo>
                    <a:pt x="8913" y="4904"/>
                  </a:lnTo>
                  <a:cubicBezTo>
                    <a:pt x="8913" y="4801"/>
                    <a:pt x="8830" y="4718"/>
                    <a:pt x="8728" y="4718"/>
                  </a:cubicBezTo>
                  <a:lnTo>
                    <a:pt x="5820" y="4718"/>
                  </a:lnTo>
                  <a:cubicBezTo>
                    <a:pt x="5719" y="4718"/>
                    <a:pt x="5636" y="4801"/>
                    <a:pt x="5636" y="4904"/>
                  </a:cubicBezTo>
                  <a:lnTo>
                    <a:pt x="5636" y="7058"/>
                  </a:lnTo>
                  <a:cubicBezTo>
                    <a:pt x="5636" y="7161"/>
                    <a:pt x="5719" y="7242"/>
                    <a:pt x="5820" y="7242"/>
                  </a:cubicBezTo>
                  <a:lnTo>
                    <a:pt x="8125" y="7242"/>
                  </a:lnTo>
                  <a:lnTo>
                    <a:pt x="8125" y="7603"/>
                  </a:lnTo>
                  <a:lnTo>
                    <a:pt x="361" y="7603"/>
                  </a:lnTo>
                  <a:lnTo>
                    <a:pt x="361" y="4359"/>
                  </a:lnTo>
                  <a:close/>
                  <a:moveTo>
                    <a:pt x="11816" y="5572"/>
                  </a:moveTo>
                  <a:cubicBezTo>
                    <a:pt x="11951" y="5572"/>
                    <a:pt x="12060" y="5681"/>
                    <a:pt x="12060" y="5816"/>
                  </a:cubicBezTo>
                  <a:lnTo>
                    <a:pt x="12060" y="6981"/>
                  </a:lnTo>
                  <a:lnTo>
                    <a:pt x="10017" y="6981"/>
                  </a:lnTo>
                  <a:cubicBezTo>
                    <a:pt x="9921" y="6981"/>
                    <a:pt x="9836" y="7051"/>
                    <a:pt x="9828" y="7145"/>
                  </a:cubicBezTo>
                  <a:cubicBezTo>
                    <a:pt x="9819" y="7252"/>
                    <a:pt x="9903" y="7341"/>
                    <a:pt x="10007" y="7341"/>
                  </a:cubicBezTo>
                  <a:lnTo>
                    <a:pt x="12059" y="7341"/>
                  </a:lnTo>
                  <a:lnTo>
                    <a:pt x="12059" y="9242"/>
                  </a:lnTo>
                  <a:lnTo>
                    <a:pt x="8520" y="9242"/>
                  </a:lnTo>
                  <a:lnTo>
                    <a:pt x="8520" y="7341"/>
                  </a:lnTo>
                  <a:lnTo>
                    <a:pt x="9135" y="7341"/>
                  </a:lnTo>
                  <a:cubicBezTo>
                    <a:pt x="9231" y="7341"/>
                    <a:pt x="9316" y="7272"/>
                    <a:pt x="9324" y="7178"/>
                  </a:cubicBezTo>
                  <a:cubicBezTo>
                    <a:pt x="9333" y="7070"/>
                    <a:pt x="9249" y="6981"/>
                    <a:pt x="9144" y="6981"/>
                  </a:cubicBezTo>
                  <a:lnTo>
                    <a:pt x="8520" y="6981"/>
                  </a:lnTo>
                  <a:lnTo>
                    <a:pt x="8520" y="5816"/>
                  </a:lnTo>
                  <a:cubicBezTo>
                    <a:pt x="8520" y="5681"/>
                    <a:pt x="8629" y="5572"/>
                    <a:pt x="8763" y="5572"/>
                  </a:cubicBezTo>
                  <a:close/>
                  <a:moveTo>
                    <a:pt x="8126" y="7963"/>
                  </a:moveTo>
                  <a:lnTo>
                    <a:pt x="8126" y="10257"/>
                  </a:lnTo>
                  <a:lnTo>
                    <a:pt x="544" y="10257"/>
                  </a:lnTo>
                  <a:cubicBezTo>
                    <a:pt x="442" y="10257"/>
                    <a:pt x="361" y="10175"/>
                    <a:pt x="361" y="10074"/>
                  </a:cubicBezTo>
                  <a:lnTo>
                    <a:pt x="361" y="7963"/>
                  </a:lnTo>
                  <a:close/>
                  <a:moveTo>
                    <a:pt x="12059" y="9635"/>
                  </a:moveTo>
                  <a:lnTo>
                    <a:pt x="12059" y="11043"/>
                  </a:lnTo>
                  <a:lnTo>
                    <a:pt x="8520" y="11043"/>
                  </a:lnTo>
                  <a:lnTo>
                    <a:pt x="8520" y="9635"/>
                  </a:lnTo>
                  <a:close/>
                  <a:moveTo>
                    <a:pt x="12057" y="11436"/>
                  </a:moveTo>
                  <a:lnTo>
                    <a:pt x="12057" y="11980"/>
                  </a:lnTo>
                  <a:cubicBezTo>
                    <a:pt x="12059" y="12115"/>
                    <a:pt x="11950" y="12223"/>
                    <a:pt x="11815" y="12223"/>
                  </a:cubicBezTo>
                  <a:lnTo>
                    <a:pt x="8762" y="12223"/>
                  </a:lnTo>
                  <a:cubicBezTo>
                    <a:pt x="8627" y="12223"/>
                    <a:pt x="8519" y="12115"/>
                    <a:pt x="8519" y="11980"/>
                  </a:cubicBezTo>
                  <a:lnTo>
                    <a:pt x="8519" y="11436"/>
                  </a:lnTo>
                  <a:close/>
                  <a:moveTo>
                    <a:pt x="551" y="0"/>
                  </a:moveTo>
                  <a:cubicBezTo>
                    <a:pt x="247" y="0"/>
                    <a:pt x="0" y="247"/>
                    <a:pt x="0" y="550"/>
                  </a:cubicBezTo>
                  <a:lnTo>
                    <a:pt x="0" y="10065"/>
                  </a:lnTo>
                  <a:cubicBezTo>
                    <a:pt x="0" y="10369"/>
                    <a:pt x="247" y="10615"/>
                    <a:pt x="551" y="10615"/>
                  </a:cubicBezTo>
                  <a:lnTo>
                    <a:pt x="8157" y="10615"/>
                  </a:lnTo>
                  <a:lnTo>
                    <a:pt x="8157" y="11969"/>
                  </a:lnTo>
                  <a:cubicBezTo>
                    <a:pt x="8157" y="12306"/>
                    <a:pt x="8431" y="12580"/>
                    <a:pt x="8768" y="12580"/>
                  </a:cubicBezTo>
                  <a:lnTo>
                    <a:pt x="11805" y="12580"/>
                  </a:lnTo>
                  <a:cubicBezTo>
                    <a:pt x="12142" y="12580"/>
                    <a:pt x="12416" y="12306"/>
                    <a:pt x="12416" y="11969"/>
                  </a:cubicBezTo>
                  <a:lnTo>
                    <a:pt x="12416" y="5819"/>
                  </a:lnTo>
                  <a:cubicBezTo>
                    <a:pt x="12418" y="5486"/>
                    <a:pt x="12145" y="5211"/>
                    <a:pt x="11809" y="5211"/>
                  </a:cubicBezTo>
                  <a:lnTo>
                    <a:pt x="10616" y="5211"/>
                  </a:lnTo>
                  <a:lnTo>
                    <a:pt x="10616" y="552"/>
                  </a:lnTo>
                  <a:cubicBezTo>
                    <a:pt x="10616" y="248"/>
                    <a:pt x="10370" y="0"/>
                    <a:pt x="100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41"/>
            <p:cNvSpPr/>
            <p:nvPr/>
          </p:nvSpPr>
          <p:spPr>
            <a:xfrm>
              <a:off x="4288526" y="1086849"/>
              <a:ext cx="65579" cy="13714"/>
            </a:xfrm>
            <a:custGeom>
              <a:avLst/>
              <a:gdLst/>
              <a:ahLst/>
              <a:cxnLst/>
              <a:rect l="l" t="t" r="r" b="b"/>
              <a:pathLst>
                <a:path w="1731" h="362" extrusionOk="0">
                  <a:moveTo>
                    <a:pt x="198" y="1"/>
                  </a:moveTo>
                  <a:cubicBezTo>
                    <a:pt x="102" y="1"/>
                    <a:pt x="18" y="70"/>
                    <a:pt x="9" y="165"/>
                  </a:cubicBezTo>
                  <a:cubicBezTo>
                    <a:pt x="1" y="272"/>
                    <a:pt x="85" y="361"/>
                    <a:pt x="189" y="361"/>
                  </a:cubicBezTo>
                  <a:lnTo>
                    <a:pt x="1533" y="361"/>
                  </a:lnTo>
                  <a:cubicBezTo>
                    <a:pt x="1629" y="361"/>
                    <a:pt x="1714" y="291"/>
                    <a:pt x="1722" y="197"/>
                  </a:cubicBezTo>
                  <a:cubicBezTo>
                    <a:pt x="1731" y="90"/>
                    <a:pt x="1647" y="1"/>
                    <a:pt x="154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41"/>
            <p:cNvSpPr/>
            <p:nvPr/>
          </p:nvSpPr>
          <p:spPr>
            <a:xfrm>
              <a:off x="4237647" y="1086849"/>
              <a:ext cx="32846" cy="13714"/>
            </a:xfrm>
            <a:custGeom>
              <a:avLst/>
              <a:gdLst/>
              <a:ahLst/>
              <a:cxnLst/>
              <a:rect l="l" t="t" r="r" b="b"/>
              <a:pathLst>
                <a:path w="867" h="362" extrusionOk="0">
                  <a:moveTo>
                    <a:pt x="198" y="1"/>
                  </a:moveTo>
                  <a:cubicBezTo>
                    <a:pt x="102" y="1"/>
                    <a:pt x="17" y="70"/>
                    <a:pt x="9" y="165"/>
                  </a:cubicBezTo>
                  <a:cubicBezTo>
                    <a:pt x="0" y="272"/>
                    <a:pt x="84" y="361"/>
                    <a:pt x="189" y="361"/>
                  </a:cubicBezTo>
                  <a:lnTo>
                    <a:pt x="669" y="361"/>
                  </a:lnTo>
                  <a:cubicBezTo>
                    <a:pt x="765" y="361"/>
                    <a:pt x="849" y="291"/>
                    <a:pt x="858" y="197"/>
                  </a:cubicBezTo>
                  <a:cubicBezTo>
                    <a:pt x="866" y="90"/>
                    <a:pt x="782" y="1"/>
                    <a:pt x="67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41"/>
            <p:cNvSpPr/>
            <p:nvPr/>
          </p:nvSpPr>
          <p:spPr>
            <a:xfrm>
              <a:off x="4238594" y="1109239"/>
              <a:ext cx="114981" cy="13639"/>
            </a:xfrm>
            <a:custGeom>
              <a:avLst/>
              <a:gdLst/>
              <a:ahLst/>
              <a:cxnLst/>
              <a:rect l="l" t="t" r="r" b="b"/>
              <a:pathLst>
                <a:path w="3035" h="360" extrusionOk="0">
                  <a:moveTo>
                    <a:pt x="198" y="1"/>
                  </a:moveTo>
                  <a:cubicBezTo>
                    <a:pt x="102" y="1"/>
                    <a:pt x="17" y="70"/>
                    <a:pt x="10" y="164"/>
                  </a:cubicBezTo>
                  <a:cubicBezTo>
                    <a:pt x="0" y="270"/>
                    <a:pt x="84" y="360"/>
                    <a:pt x="189" y="360"/>
                  </a:cubicBezTo>
                  <a:lnTo>
                    <a:pt x="2837" y="360"/>
                  </a:lnTo>
                  <a:cubicBezTo>
                    <a:pt x="2933" y="360"/>
                    <a:pt x="3018" y="291"/>
                    <a:pt x="3026" y="197"/>
                  </a:cubicBezTo>
                  <a:cubicBezTo>
                    <a:pt x="3034" y="90"/>
                    <a:pt x="2951" y="1"/>
                    <a:pt x="28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41"/>
            <p:cNvSpPr/>
            <p:nvPr/>
          </p:nvSpPr>
          <p:spPr>
            <a:xfrm>
              <a:off x="4238139" y="1002442"/>
              <a:ext cx="54668" cy="49743"/>
            </a:xfrm>
            <a:custGeom>
              <a:avLst/>
              <a:gdLst/>
              <a:ahLst/>
              <a:cxnLst/>
              <a:rect l="l" t="t" r="r" b="b"/>
              <a:pathLst>
                <a:path w="1443" h="1313" extrusionOk="0">
                  <a:moveTo>
                    <a:pt x="1081" y="395"/>
                  </a:moveTo>
                  <a:lnTo>
                    <a:pt x="1081" y="951"/>
                  </a:lnTo>
                  <a:lnTo>
                    <a:pt x="360" y="951"/>
                  </a:lnTo>
                  <a:lnTo>
                    <a:pt x="360" y="395"/>
                  </a:lnTo>
                  <a:close/>
                  <a:moveTo>
                    <a:pt x="184" y="0"/>
                  </a:moveTo>
                  <a:cubicBezTo>
                    <a:pt x="81" y="0"/>
                    <a:pt x="1" y="84"/>
                    <a:pt x="1" y="188"/>
                  </a:cubicBezTo>
                  <a:lnTo>
                    <a:pt x="1" y="1128"/>
                  </a:lnTo>
                  <a:cubicBezTo>
                    <a:pt x="1" y="1230"/>
                    <a:pt x="82" y="1313"/>
                    <a:pt x="185" y="1313"/>
                  </a:cubicBezTo>
                  <a:lnTo>
                    <a:pt x="1258" y="1313"/>
                  </a:lnTo>
                  <a:cubicBezTo>
                    <a:pt x="1360" y="1313"/>
                    <a:pt x="1443" y="1230"/>
                    <a:pt x="1443" y="1128"/>
                  </a:cubicBezTo>
                  <a:lnTo>
                    <a:pt x="1443" y="186"/>
                  </a:lnTo>
                  <a:cubicBezTo>
                    <a:pt x="1443" y="83"/>
                    <a:pt x="1360" y="0"/>
                    <a:pt x="12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41"/>
            <p:cNvSpPr/>
            <p:nvPr/>
          </p:nvSpPr>
          <p:spPr>
            <a:xfrm>
              <a:off x="4300157" y="1002404"/>
              <a:ext cx="54706" cy="49743"/>
            </a:xfrm>
            <a:custGeom>
              <a:avLst/>
              <a:gdLst/>
              <a:ahLst/>
              <a:cxnLst/>
              <a:rect l="l" t="t" r="r" b="b"/>
              <a:pathLst>
                <a:path w="1444" h="1313" extrusionOk="0">
                  <a:moveTo>
                    <a:pt x="1084" y="396"/>
                  </a:moveTo>
                  <a:lnTo>
                    <a:pt x="1084" y="952"/>
                  </a:lnTo>
                  <a:lnTo>
                    <a:pt x="362" y="952"/>
                  </a:lnTo>
                  <a:lnTo>
                    <a:pt x="362" y="396"/>
                  </a:lnTo>
                  <a:close/>
                  <a:moveTo>
                    <a:pt x="186" y="0"/>
                  </a:moveTo>
                  <a:cubicBezTo>
                    <a:pt x="83" y="0"/>
                    <a:pt x="1" y="83"/>
                    <a:pt x="1" y="184"/>
                  </a:cubicBezTo>
                  <a:lnTo>
                    <a:pt x="1" y="1125"/>
                  </a:lnTo>
                  <a:cubicBezTo>
                    <a:pt x="1" y="1230"/>
                    <a:pt x="83" y="1312"/>
                    <a:pt x="184" y="1312"/>
                  </a:cubicBezTo>
                  <a:lnTo>
                    <a:pt x="1260" y="1312"/>
                  </a:lnTo>
                  <a:cubicBezTo>
                    <a:pt x="1361" y="1312"/>
                    <a:pt x="1444" y="1230"/>
                    <a:pt x="1444" y="1127"/>
                  </a:cubicBezTo>
                  <a:lnTo>
                    <a:pt x="1444" y="184"/>
                  </a:lnTo>
                  <a:cubicBezTo>
                    <a:pt x="1444" y="83"/>
                    <a:pt x="1361" y="0"/>
                    <a:pt x="126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5" name="Google Shape;1655;p41"/>
          <p:cNvGrpSpPr/>
          <p:nvPr/>
        </p:nvGrpSpPr>
        <p:grpSpPr>
          <a:xfrm>
            <a:off x="1901656" y="1560365"/>
            <a:ext cx="284360" cy="341145"/>
            <a:chOff x="3198385" y="713303"/>
            <a:chExt cx="397262" cy="476593"/>
          </a:xfrm>
        </p:grpSpPr>
        <p:sp>
          <p:nvSpPr>
            <p:cNvPr id="1656" name="Google Shape;1656;p41"/>
            <p:cNvSpPr/>
            <p:nvPr/>
          </p:nvSpPr>
          <p:spPr>
            <a:xfrm>
              <a:off x="3198385" y="713303"/>
              <a:ext cx="397262" cy="476593"/>
            </a:xfrm>
            <a:custGeom>
              <a:avLst/>
              <a:gdLst/>
              <a:ahLst/>
              <a:cxnLst/>
              <a:rect l="l" t="t" r="r" b="b"/>
              <a:pathLst>
                <a:path w="10486" h="12580" extrusionOk="0">
                  <a:moveTo>
                    <a:pt x="7669" y="666"/>
                  </a:moveTo>
                  <a:lnTo>
                    <a:pt x="9145" y="2358"/>
                  </a:lnTo>
                  <a:lnTo>
                    <a:pt x="7669" y="2358"/>
                  </a:lnTo>
                  <a:lnTo>
                    <a:pt x="7669" y="666"/>
                  </a:lnTo>
                  <a:close/>
                  <a:moveTo>
                    <a:pt x="10126" y="7469"/>
                  </a:moveTo>
                  <a:lnTo>
                    <a:pt x="10126" y="9730"/>
                  </a:lnTo>
                  <a:lnTo>
                    <a:pt x="7711" y="9730"/>
                  </a:lnTo>
                  <a:cubicBezTo>
                    <a:pt x="7616" y="9730"/>
                    <a:pt x="7531" y="9799"/>
                    <a:pt x="7523" y="9893"/>
                  </a:cubicBezTo>
                  <a:cubicBezTo>
                    <a:pt x="7515" y="10001"/>
                    <a:pt x="7598" y="10090"/>
                    <a:pt x="7703" y="10090"/>
                  </a:cubicBezTo>
                  <a:lnTo>
                    <a:pt x="9372" y="10090"/>
                  </a:lnTo>
                  <a:lnTo>
                    <a:pt x="9372" y="12220"/>
                  </a:lnTo>
                  <a:lnTo>
                    <a:pt x="1115" y="12220"/>
                  </a:lnTo>
                  <a:lnTo>
                    <a:pt x="1115" y="10090"/>
                  </a:lnTo>
                  <a:lnTo>
                    <a:pt x="6853" y="10090"/>
                  </a:lnTo>
                  <a:cubicBezTo>
                    <a:pt x="6949" y="10090"/>
                    <a:pt x="7034" y="10020"/>
                    <a:pt x="7043" y="9926"/>
                  </a:cubicBezTo>
                  <a:cubicBezTo>
                    <a:pt x="7052" y="9819"/>
                    <a:pt x="6967" y="9730"/>
                    <a:pt x="6860" y="9730"/>
                  </a:cubicBezTo>
                  <a:lnTo>
                    <a:pt x="362" y="9730"/>
                  </a:lnTo>
                  <a:lnTo>
                    <a:pt x="362" y="7469"/>
                  </a:lnTo>
                  <a:close/>
                  <a:moveTo>
                    <a:pt x="935" y="0"/>
                  </a:moveTo>
                  <a:cubicBezTo>
                    <a:pt x="835" y="0"/>
                    <a:pt x="754" y="81"/>
                    <a:pt x="754" y="182"/>
                  </a:cubicBezTo>
                  <a:lnTo>
                    <a:pt x="754" y="1012"/>
                  </a:lnTo>
                  <a:cubicBezTo>
                    <a:pt x="754" y="1107"/>
                    <a:pt x="823" y="1193"/>
                    <a:pt x="917" y="1201"/>
                  </a:cubicBezTo>
                  <a:cubicBezTo>
                    <a:pt x="923" y="1202"/>
                    <a:pt x="928" y="1202"/>
                    <a:pt x="934" y="1202"/>
                  </a:cubicBezTo>
                  <a:cubicBezTo>
                    <a:pt x="1033" y="1202"/>
                    <a:pt x="1113" y="1121"/>
                    <a:pt x="1113" y="1018"/>
                  </a:cubicBezTo>
                  <a:lnTo>
                    <a:pt x="1113" y="361"/>
                  </a:lnTo>
                  <a:lnTo>
                    <a:pt x="7306" y="361"/>
                  </a:lnTo>
                  <a:lnTo>
                    <a:pt x="7306" y="2536"/>
                  </a:lnTo>
                  <a:cubicBezTo>
                    <a:pt x="7306" y="2638"/>
                    <a:pt x="7389" y="2720"/>
                    <a:pt x="7491" y="2720"/>
                  </a:cubicBezTo>
                  <a:lnTo>
                    <a:pt x="9370" y="2720"/>
                  </a:lnTo>
                  <a:lnTo>
                    <a:pt x="9370" y="7112"/>
                  </a:lnTo>
                  <a:lnTo>
                    <a:pt x="1113" y="7112"/>
                  </a:lnTo>
                  <a:lnTo>
                    <a:pt x="1113" y="1869"/>
                  </a:lnTo>
                  <a:cubicBezTo>
                    <a:pt x="1113" y="1772"/>
                    <a:pt x="1044" y="1687"/>
                    <a:pt x="950" y="1678"/>
                  </a:cubicBezTo>
                  <a:cubicBezTo>
                    <a:pt x="945" y="1678"/>
                    <a:pt x="940" y="1677"/>
                    <a:pt x="935" y="1677"/>
                  </a:cubicBezTo>
                  <a:cubicBezTo>
                    <a:pt x="835" y="1677"/>
                    <a:pt x="754" y="1759"/>
                    <a:pt x="754" y="1861"/>
                  </a:cubicBezTo>
                  <a:lnTo>
                    <a:pt x="754" y="7112"/>
                  </a:lnTo>
                  <a:lnTo>
                    <a:pt x="184" y="7112"/>
                  </a:lnTo>
                  <a:cubicBezTo>
                    <a:pt x="82" y="7112"/>
                    <a:pt x="1" y="7194"/>
                    <a:pt x="1" y="7296"/>
                  </a:cubicBezTo>
                  <a:lnTo>
                    <a:pt x="1" y="9909"/>
                  </a:lnTo>
                  <a:cubicBezTo>
                    <a:pt x="1" y="10012"/>
                    <a:pt x="84" y="10093"/>
                    <a:pt x="184" y="10093"/>
                  </a:cubicBezTo>
                  <a:lnTo>
                    <a:pt x="754" y="10093"/>
                  </a:lnTo>
                  <a:lnTo>
                    <a:pt x="754" y="12397"/>
                  </a:lnTo>
                  <a:cubicBezTo>
                    <a:pt x="754" y="12499"/>
                    <a:pt x="836" y="12580"/>
                    <a:pt x="937" y="12580"/>
                  </a:cubicBezTo>
                  <a:lnTo>
                    <a:pt x="9549" y="12580"/>
                  </a:lnTo>
                  <a:cubicBezTo>
                    <a:pt x="9651" y="12580"/>
                    <a:pt x="9732" y="12497"/>
                    <a:pt x="9732" y="12397"/>
                  </a:cubicBezTo>
                  <a:lnTo>
                    <a:pt x="9732" y="10090"/>
                  </a:lnTo>
                  <a:lnTo>
                    <a:pt x="10302" y="10090"/>
                  </a:lnTo>
                  <a:cubicBezTo>
                    <a:pt x="10403" y="10090"/>
                    <a:pt x="10486" y="10008"/>
                    <a:pt x="10486" y="9905"/>
                  </a:cubicBezTo>
                  <a:lnTo>
                    <a:pt x="10486" y="7292"/>
                  </a:lnTo>
                  <a:cubicBezTo>
                    <a:pt x="10486" y="7191"/>
                    <a:pt x="10405" y="7109"/>
                    <a:pt x="10304" y="7109"/>
                  </a:cubicBezTo>
                  <a:lnTo>
                    <a:pt x="9732" y="7109"/>
                  </a:lnTo>
                  <a:lnTo>
                    <a:pt x="9732" y="2546"/>
                  </a:lnTo>
                  <a:cubicBezTo>
                    <a:pt x="9732" y="2502"/>
                    <a:pt x="9716" y="2458"/>
                    <a:pt x="9686" y="2426"/>
                  </a:cubicBezTo>
                  <a:lnTo>
                    <a:pt x="7621" y="63"/>
                  </a:lnTo>
                  <a:cubicBezTo>
                    <a:pt x="7586" y="22"/>
                    <a:pt x="7537" y="0"/>
                    <a:pt x="748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41"/>
            <p:cNvSpPr/>
            <p:nvPr/>
          </p:nvSpPr>
          <p:spPr>
            <a:xfrm>
              <a:off x="3252674" y="1008882"/>
              <a:ext cx="56562" cy="60995"/>
            </a:xfrm>
            <a:custGeom>
              <a:avLst/>
              <a:gdLst/>
              <a:ahLst/>
              <a:cxnLst/>
              <a:rect l="l" t="t" r="r" b="b"/>
              <a:pathLst>
                <a:path w="1493" h="1610" extrusionOk="0">
                  <a:moveTo>
                    <a:pt x="747" y="0"/>
                  </a:moveTo>
                  <a:cubicBezTo>
                    <a:pt x="646" y="0"/>
                    <a:pt x="566" y="81"/>
                    <a:pt x="566" y="180"/>
                  </a:cubicBezTo>
                  <a:lnTo>
                    <a:pt x="566" y="491"/>
                  </a:lnTo>
                  <a:lnTo>
                    <a:pt x="297" y="336"/>
                  </a:lnTo>
                  <a:cubicBezTo>
                    <a:pt x="268" y="320"/>
                    <a:pt x="237" y="312"/>
                    <a:pt x="207" y="312"/>
                  </a:cubicBezTo>
                  <a:cubicBezTo>
                    <a:pt x="144" y="312"/>
                    <a:pt x="84" y="344"/>
                    <a:pt x="51" y="401"/>
                  </a:cubicBezTo>
                  <a:cubicBezTo>
                    <a:pt x="1" y="488"/>
                    <a:pt x="31" y="598"/>
                    <a:pt x="116" y="647"/>
                  </a:cubicBezTo>
                  <a:lnTo>
                    <a:pt x="387" y="803"/>
                  </a:lnTo>
                  <a:lnTo>
                    <a:pt x="116" y="959"/>
                  </a:lnTo>
                  <a:cubicBezTo>
                    <a:pt x="30" y="1011"/>
                    <a:pt x="2" y="1121"/>
                    <a:pt x="51" y="1206"/>
                  </a:cubicBezTo>
                  <a:cubicBezTo>
                    <a:pt x="83" y="1264"/>
                    <a:pt x="145" y="1297"/>
                    <a:pt x="207" y="1297"/>
                  </a:cubicBezTo>
                  <a:cubicBezTo>
                    <a:pt x="237" y="1297"/>
                    <a:pt x="269" y="1289"/>
                    <a:pt x="297" y="1273"/>
                  </a:cubicBezTo>
                  <a:lnTo>
                    <a:pt x="567" y="1117"/>
                  </a:lnTo>
                  <a:lnTo>
                    <a:pt x="567" y="1420"/>
                  </a:lnTo>
                  <a:cubicBezTo>
                    <a:pt x="567" y="1515"/>
                    <a:pt x="636" y="1600"/>
                    <a:pt x="731" y="1609"/>
                  </a:cubicBezTo>
                  <a:cubicBezTo>
                    <a:pt x="736" y="1609"/>
                    <a:pt x="742" y="1609"/>
                    <a:pt x="747" y="1609"/>
                  </a:cubicBezTo>
                  <a:cubicBezTo>
                    <a:pt x="846" y="1609"/>
                    <a:pt x="927" y="1529"/>
                    <a:pt x="927" y="1430"/>
                  </a:cubicBezTo>
                  <a:lnTo>
                    <a:pt x="927" y="1117"/>
                  </a:lnTo>
                  <a:lnTo>
                    <a:pt x="1197" y="1273"/>
                  </a:lnTo>
                  <a:cubicBezTo>
                    <a:pt x="1225" y="1290"/>
                    <a:pt x="1255" y="1297"/>
                    <a:pt x="1287" y="1297"/>
                  </a:cubicBezTo>
                  <a:cubicBezTo>
                    <a:pt x="1350" y="1297"/>
                    <a:pt x="1409" y="1264"/>
                    <a:pt x="1443" y="1206"/>
                  </a:cubicBezTo>
                  <a:cubicBezTo>
                    <a:pt x="1492" y="1120"/>
                    <a:pt x="1464" y="1011"/>
                    <a:pt x="1377" y="960"/>
                  </a:cubicBezTo>
                  <a:lnTo>
                    <a:pt x="1108" y="804"/>
                  </a:lnTo>
                  <a:lnTo>
                    <a:pt x="1370" y="652"/>
                  </a:lnTo>
                  <a:cubicBezTo>
                    <a:pt x="1451" y="605"/>
                    <a:pt x="1491" y="502"/>
                    <a:pt x="1450" y="416"/>
                  </a:cubicBezTo>
                  <a:cubicBezTo>
                    <a:pt x="1419" y="349"/>
                    <a:pt x="1354" y="312"/>
                    <a:pt x="1287" y="312"/>
                  </a:cubicBezTo>
                  <a:cubicBezTo>
                    <a:pt x="1257" y="312"/>
                    <a:pt x="1225" y="320"/>
                    <a:pt x="1197" y="336"/>
                  </a:cubicBezTo>
                  <a:lnTo>
                    <a:pt x="927" y="491"/>
                  </a:lnTo>
                  <a:lnTo>
                    <a:pt x="927" y="189"/>
                  </a:lnTo>
                  <a:cubicBezTo>
                    <a:pt x="927" y="93"/>
                    <a:pt x="857" y="8"/>
                    <a:pt x="763" y="1"/>
                  </a:cubicBezTo>
                  <a:cubicBezTo>
                    <a:pt x="758" y="0"/>
                    <a:pt x="752" y="0"/>
                    <a:pt x="7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41"/>
            <p:cNvSpPr/>
            <p:nvPr/>
          </p:nvSpPr>
          <p:spPr>
            <a:xfrm>
              <a:off x="3329467" y="1008920"/>
              <a:ext cx="56676" cy="60957"/>
            </a:xfrm>
            <a:custGeom>
              <a:avLst/>
              <a:gdLst/>
              <a:ahLst/>
              <a:cxnLst/>
              <a:rect l="l" t="t" r="r" b="b"/>
              <a:pathLst>
                <a:path w="1496" h="1609" extrusionOk="0">
                  <a:moveTo>
                    <a:pt x="750" y="0"/>
                  </a:moveTo>
                  <a:cubicBezTo>
                    <a:pt x="650" y="0"/>
                    <a:pt x="570" y="81"/>
                    <a:pt x="570" y="180"/>
                  </a:cubicBezTo>
                  <a:lnTo>
                    <a:pt x="570" y="492"/>
                  </a:lnTo>
                  <a:lnTo>
                    <a:pt x="308" y="340"/>
                  </a:lnTo>
                  <a:cubicBezTo>
                    <a:pt x="277" y="323"/>
                    <a:pt x="243" y="314"/>
                    <a:pt x="209" y="314"/>
                  </a:cubicBezTo>
                  <a:cubicBezTo>
                    <a:pt x="152" y="314"/>
                    <a:pt x="97" y="339"/>
                    <a:pt x="62" y="387"/>
                  </a:cubicBezTo>
                  <a:cubicBezTo>
                    <a:pt x="0" y="474"/>
                    <a:pt x="29" y="594"/>
                    <a:pt x="120" y="646"/>
                  </a:cubicBezTo>
                  <a:lnTo>
                    <a:pt x="390" y="802"/>
                  </a:lnTo>
                  <a:lnTo>
                    <a:pt x="120" y="958"/>
                  </a:lnTo>
                  <a:cubicBezTo>
                    <a:pt x="35" y="1010"/>
                    <a:pt x="5" y="1120"/>
                    <a:pt x="55" y="1205"/>
                  </a:cubicBezTo>
                  <a:cubicBezTo>
                    <a:pt x="87" y="1263"/>
                    <a:pt x="149" y="1296"/>
                    <a:pt x="211" y="1296"/>
                  </a:cubicBezTo>
                  <a:cubicBezTo>
                    <a:pt x="240" y="1296"/>
                    <a:pt x="272" y="1288"/>
                    <a:pt x="301" y="1272"/>
                  </a:cubicBezTo>
                  <a:lnTo>
                    <a:pt x="570" y="1116"/>
                  </a:lnTo>
                  <a:lnTo>
                    <a:pt x="570" y="1419"/>
                  </a:lnTo>
                  <a:cubicBezTo>
                    <a:pt x="570" y="1514"/>
                    <a:pt x="640" y="1599"/>
                    <a:pt x="735" y="1608"/>
                  </a:cubicBezTo>
                  <a:cubicBezTo>
                    <a:pt x="740" y="1608"/>
                    <a:pt x="745" y="1608"/>
                    <a:pt x="751" y="1608"/>
                  </a:cubicBezTo>
                  <a:cubicBezTo>
                    <a:pt x="850" y="1608"/>
                    <a:pt x="930" y="1528"/>
                    <a:pt x="930" y="1429"/>
                  </a:cubicBezTo>
                  <a:lnTo>
                    <a:pt x="930" y="1116"/>
                  </a:lnTo>
                  <a:lnTo>
                    <a:pt x="1201" y="1272"/>
                  </a:lnTo>
                  <a:cubicBezTo>
                    <a:pt x="1229" y="1289"/>
                    <a:pt x="1259" y="1296"/>
                    <a:pt x="1291" y="1296"/>
                  </a:cubicBezTo>
                  <a:cubicBezTo>
                    <a:pt x="1353" y="1296"/>
                    <a:pt x="1413" y="1263"/>
                    <a:pt x="1447" y="1205"/>
                  </a:cubicBezTo>
                  <a:cubicBezTo>
                    <a:pt x="1496" y="1119"/>
                    <a:pt x="1466" y="1010"/>
                    <a:pt x="1381" y="959"/>
                  </a:cubicBezTo>
                  <a:lnTo>
                    <a:pt x="1109" y="803"/>
                  </a:lnTo>
                  <a:lnTo>
                    <a:pt x="1381" y="648"/>
                  </a:lnTo>
                  <a:cubicBezTo>
                    <a:pt x="1468" y="598"/>
                    <a:pt x="1496" y="488"/>
                    <a:pt x="1447" y="402"/>
                  </a:cubicBezTo>
                  <a:cubicBezTo>
                    <a:pt x="1413" y="344"/>
                    <a:pt x="1353" y="312"/>
                    <a:pt x="1291" y="312"/>
                  </a:cubicBezTo>
                  <a:cubicBezTo>
                    <a:pt x="1260" y="312"/>
                    <a:pt x="1229" y="320"/>
                    <a:pt x="1201" y="336"/>
                  </a:cubicBezTo>
                  <a:lnTo>
                    <a:pt x="930" y="492"/>
                  </a:lnTo>
                  <a:lnTo>
                    <a:pt x="930" y="190"/>
                  </a:lnTo>
                  <a:cubicBezTo>
                    <a:pt x="930" y="94"/>
                    <a:pt x="861" y="8"/>
                    <a:pt x="767" y="1"/>
                  </a:cubicBezTo>
                  <a:cubicBezTo>
                    <a:pt x="761" y="0"/>
                    <a:pt x="756" y="0"/>
                    <a:pt x="7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41"/>
            <p:cNvSpPr/>
            <p:nvPr/>
          </p:nvSpPr>
          <p:spPr>
            <a:xfrm>
              <a:off x="3407814" y="1008920"/>
              <a:ext cx="56562" cy="60957"/>
            </a:xfrm>
            <a:custGeom>
              <a:avLst/>
              <a:gdLst/>
              <a:ahLst/>
              <a:cxnLst/>
              <a:rect l="l" t="t" r="r" b="b"/>
              <a:pathLst>
                <a:path w="1493" h="1609" extrusionOk="0">
                  <a:moveTo>
                    <a:pt x="747" y="0"/>
                  </a:moveTo>
                  <a:cubicBezTo>
                    <a:pt x="646" y="0"/>
                    <a:pt x="566" y="81"/>
                    <a:pt x="566" y="180"/>
                  </a:cubicBezTo>
                  <a:lnTo>
                    <a:pt x="566" y="492"/>
                  </a:lnTo>
                  <a:lnTo>
                    <a:pt x="297" y="336"/>
                  </a:lnTo>
                  <a:cubicBezTo>
                    <a:pt x="269" y="320"/>
                    <a:pt x="238" y="312"/>
                    <a:pt x="207" y="312"/>
                  </a:cubicBezTo>
                  <a:cubicBezTo>
                    <a:pt x="145" y="312"/>
                    <a:pt x="84" y="344"/>
                    <a:pt x="51" y="402"/>
                  </a:cubicBezTo>
                  <a:cubicBezTo>
                    <a:pt x="1" y="488"/>
                    <a:pt x="31" y="598"/>
                    <a:pt x="116" y="648"/>
                  </a:cubicBezTo>
                  <a:lnTo>
                    <a:pt x="387" y="803"/>
                  </a:lnTo>
                  <a:lnTo>
                    <a:pt x="116" y="959"/>
                  </a:lnTo>
                  <a:cubicBezTo>
                    <a:pt x="31" y="1010"/>
                    <a:pt x="2" y="1120"/>
                    <a:pt x="51" y="1205"/>
                  </a:cubicBezTo>
                  <a:cubicBezTo>
                    <a:pt x="86" y="1263"/>
                    <a:pt x="145" y="1296"/>
                    <a:pt x="207" y="1296"/>
                  </a:cubicBezTo>
                  <a:cubicBezTo>
                    <a:pt x="238" y="1296"/>
                    <a:pt x="269" y="1288"/>
                    <a:pt x="297" y="1272"/>
                  </a:cubicBezTo>
                  <a:lnTo>
                    <a:pt x="567" y="1116"/>
                  </a:lnTo>
                  <a:lnTo>
                    <a:pt x="567" y="1419"/>
                  </a:lnTo>
                  <a:cubicBezTo>
                    <a:pt x="567" y="1514"/>
                    <a:pt x="637" y="1599"/>
                    <a:pt x="731" y="1608"/>
                  </a:cubicBezTo>
                  <a:cubicBezTo>
                    <a:pt x="736" y="1608"/>
                    <a:pt x="742" y="1608"/>
                    <a:pt x="747" y="1608"/>
                  </a:cubicBezTo>
                  <a:cubicBezTo>
                    <a:pt x="847" y="1608"/>
                    <a:pt x="927" y="1528"/>
                    <a:pt x="927" y="1429"/>
                  </a:cubicBezTo>
                  <a:lnTo>
                    <a:pt x="927" y="1116"/>
                  </a:lnTo>
                  <a:lnTo>
                    <a:pt x="1197" y="1272"/>
                  </a:lnTo>
                  <a:cubicBezTo>
                    <a:pt x="1225" y="1289"/>
                    <a:pt x="1256" y="1296"/>
                    <a:pt x="1287" y="1296"/>
                  </a:cubicBezTo>
                  <a:cubicBezTo>
                    <a:pt x="1350" y="1296"/>
                    <a:pt x="1411" y="1263"/>
                    <a:pt x="1443" y="1205"/>
                  </a:cubicBezTo>
                  <a:cubicBezTo>
                    <a:pt x="1492" y="1119"/>
                    <a:pt x="1463" y="1010"/>
                    <a:pt x="1377" y="959"/>
                  </a:cubicBezTo>
                  <a:lnTo>
                    <a:pt x="1108" y="803"/>
                  </a:lnTo>
                  <a:lnTo>
                    <a:pt x="1377" y="648"/>
                  </a:lnTo>
                  <a:cubicBezTo>
                    <a:pt x="1464" y="598"/>
                    <a:pt x="1492" y="488"/>
                    <a:pt x="1443" y="402"/>
                  </a:cubicBezTo>
                  <a:cubicBezTo>
                    <a:pt x="1409" y="344"/>
                    <a:pt x="1349" y="312"/>
                    <a:pt x="1287" y="312"/>
                  </a:cubicBezTo>
                  <a:cubicBezTo>
                    <a:pt x="1256" y="312"/>
                    <a:pt x="1225" y="320"/>
                    <a:pt x="1197" y="336"/>
                  </a:cubicBezTo>
                  <a:lnTo>
                    <a:pt x="927" y="492"/>
                  </a:lnTo>
                  <a:lnTo>
                    <a:pt x="927" y="190"/>
                  </a:lnTo>
                  <a:cubicBezTo>
                    <a:pt x="927" y="94"/>
                    <a:pt x="858" y="8"/>
                    <a:pt x="763" y="1"/>
                  </a:cubicBezTo>
                  <a:cubicBezTo>
                    <a:pt x="758" y="0"/>
                    <a:pt x="752" y="0"/>
                    <a:pt x="7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41"/>
            <p:cNvSpPr/>
            <p:nvPr/>
          </p:nvSpPr>
          <p:spPr>
            <a:xfrm>
              <a:off x="3484796" y="1008920"/>
              <a:ext cx="56562" cy="60957"/>
            </a:xfrm>
            <a:custGeom>
              <a:avLst/>
              <a:gdLst/>
              <a:ahLst/>
              <a:cxnLst/>
              <a:rect l="l" t="t" r="r" b="b"/>
              <a:pathLst>
                <a:path w="1493" h="1609" extrusionOk="0">
                  <a:moveTo>
                    <a:pt x="747" y="0"/>
                  </a:moveTo>
                  <a:cubicBezTo>
                    <a:pt x="646" y="0"/>
                    <a:pt x="566" y="81"/>
                    <a:pt x="566" y="180"/>
                  </a:cubicBezTo>
                  <a:lnTo>
                    <a:pt x="566" y="492"/>
                  </a:lnTo>
                  <a:lnTo>
                    <a:pt x="297" y="336"/>
                  </a:lnTo>
                  <a:cubicBezTo>
                    <a:pt x="269" y="320"/>
                    <a:pt x="237" y="312"/>
                    <a:pt x="207" y="312"/>
                  </a:cubicBezTo>
                  <a:cubicBezTo>
                    <a:pt x="144" y="312"/>
                    <a:pt x="84" y="344"/>
                    <a:pt x="51" y="402"/>
                  </a:cubicBezTo>
                  <a:cubicBezTo>
                    <a:pt x="1" y="488"/>
                    <a:pt x="30" y="598"/>
                    <a:pt x="116" y="648"/>
                  </a:cubicBezTo>
                  <a:lnTo>
                    <a:pt x="386" y="803"/>
                  </a:lnTo>
                  <a:lnTo>
                    <a:pt x="116" y="959"/>
                  </a:lnTo>
                  <a:cubicBezTo>
                    <a:pt x="30" y="1010"/>
                    <a:pt x="2" y="1120"/>
                    <a:pt x="51" y="1205"/>
                  </a:cubicBezTo>
                  <a:cubicBezTo>
                    <a:pt x="83" y="1263"/>
                    <a:pt x="145" y="1296"/>
                    <a:pt x="207" y="1296"/>
                  </a:cubicBezTo>
                  <a:cubicBezTo>
                    <a:pt x="237" y="1296"/>
                    <a:pt x="269" y="1288"/>
                    <a:pt x="297" y="1272"/>
                  </a:cubicBezTo>
                  <a:lnTo>
                    <a:pt x="567" y="1116"/>
                  </a:lnTo>
                  <a:lnTo>
                    <a:pt x="567" y="1419"/>
                  </a:lnTo>
                  <a:cubicBezTo>
                    <a:pt x="567" y="1514"/>
                    <a:pt x="636" y="1599"/>
                    <a:pt x="731" y="1608"/>
                  </a:cubicBezTo>
                  <a:cubicBezTo>
                    <a:pt x="736" y="1608"/>
                    <a:pt x="742" y="1608"/>
                    <a:pt x="747" y="1608"/>
                  </a:cubicBezTo>
                  <a:cubicBezTo>
                    <a:pt x="846" y="1608"/>
                    <a:pt x="927" y="1528"/>
                    <a:pt x="927" y="1429"/>
                  </a:cubicBezTo>
                  <a:lnTo>
                    <a:pt x="927" y="1116"/>
                  </a:lnTo>
                  <a:lnTo>
                    <a:pt x="1197" y="1272"/>
                  </a:lnTo>
                  <a:cubicBezTo>
                    <a:pt x="1225" y="1289"/>
                    <a:pt x="1255" y="1296"/>
                    <a:pt x="1287" y="1296"/>
                  </a:cubicBezTo>
                  <a:cubicBezTo>
                    <a:pt x="1350" y="1296"/>
                    <a:pt x="1409" y="1263"/>
                    <a:pt x="1443" y="1205"/>
                  </a:cubicBezTo>
                  <a:cubicBezTo>
                    <a:pt x="1492" y="1119"/>
                    <a:pt x="1462" y="1010"/>
                    <a:pt x="1377" y="959"/>
                  </a:cubicBezTo>
                  <a:lnTo>
                    <a:pt x="1107" y="803"/>
                  </a:lnTo>
                  <a:lnTo>
                    <a:pt x="1377" y="648"/>
                  </a:lnTo>
                  <a:cubicBezTo>
                    <a:pt x="1464" y="598"/>
                    <a:pt x="1492" y="488"/>
                    <a:pt x="1443" y="402"/>
                  </a:cubicBezTo>
                  <a:cubicBezTo>
                    <a:pt x="1409" y="344"/>
                    <a:pt x="1349" y="312"/>
                    <a:pt x="1287" y="312"/>
                  </a:cubicBezTo>
                  <a:cubicBezTo>
                    <a:pt x="1256" y="312"/>
                    <a:pt x="1225" y="320"/>
                    <a:pt x="1197" y="336"/>
                  </a:cubicBezTo>
                  <a:lnTo>
                    <a:pt x="927" y="492"/>
                  </a:lnTo>
                  <a:lnTo>
                    <a:pt x="927" y="190"/>
                  </a:lnTo>
                  <a:cubicBezTo>
                    <a:pt x="927" y="94"/>
                    <a:pt x="857" y="8"/>
                    <a:pt x="763" y="1"/>
                  </a:cubicBezTo>
                  <a:cubicBezTo>
                    <a:pt x="758" y="0"/>
                    <a:pt x="752" y="0"/>
                    <a:pt x="7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41"/>
            <p:cNvSpPr/>
            <p:nvPr/>
          </p:nvSpPr>
          <p:spPr>
            <a:xfrm>
              <a:off x="3342424" y="807220"/>
              <a:ext cx="109260" cy="154343"/>
            </a:xfrm>
            <a:custGeom>
              <a:avLst/>
              <a:gdLst/>
              <a:ahLst/>
              <a:cxnLst/>
              <a:rect l="l" t="t" r="r" b="b"/>
              <a:pathLst>
                <a:path w="2884" h="4074" extrusionOk="0">
                  <a:moveTo>
                    <a:pt x="1457" y="380"/>
                  </a:moveTo>
                  <a:cubicBezTo>
                    <a:pt x="1776" y="380"/>
                    <a:pt x="2032" y="645"/>
                    <a:pt x="2032" y="972"/>
                  </a:cubicBezTo>
                  <a:lnTo>
                    <a:pt x="2032" y="1517"/>
                  </a:lnTo>
                  <a:lnTo>
                    <a:pt x="885" y="1517"/>
                  </a:lnTo>
                  <a:lnTo>
                    <a:pt x="885" y="954"/>
                  </a:lnTo>
                  <a:cubicBezTo>
                    <a:pt x="885" y="654"/>
                    <a:pt x="1116" y="405"/>
                    <a:pt x="1411" y="381"/>
                  </a:cubicBezTo>
                  <a:cubicBezTo>
                    <a:pt x="1426" y="380"/>
                    <a:pt x="1442" y="380"/>
                    <a:pt x="1457" y="380"/>
                  </a:cubicBezTo>
                  <a:close/>
                  <a:moveTo>
                    <a:pt x="2342" y="1878"/>
                  </a:moveTo>
                  <a:cubicBezTo>
                    <a:pt x="2441" y="1878"/>
                    <a:pt x="2524" y="1959"/>
                    <a:pt x="2524" y="2058"/>
                  </a:cubicBezTo>
                  <a:lnTo>
                    <a:pt x="2524" y="3532"/>
                  </a:lnTo>
                  <a:cubicBezTo>
                    <a:pt x="2524" y="3631"/>
                    <a:pt x="2442" y="3712"/>
                    <a:pt x="2343" y="3712"/>
                  </a:cubicBezTo>
                  <a:lnTo>
                    <a:pt x="576" y="3712"/>
                  </a:lnTo>
                  <a:cubicBezTo>
                    <a:pt x="476" y="3712"/>
                    <a:pt x="395" y="3631"/>
                    <a:pt x="395" y="3532"/>
                  </a:cubicBezTo>
                  <a:lnTo>
                    <a:pt x="395" y="2058"/>
                  </a:lnTo>
                  <a:cubicBezTo>
                    <a:pt x="395" y="1959"/>
                    <a:pt x="476" y="1878"/>
                    <a:pt x="576" y="1878"/>
                  </a:cubicBezTo>
                  <a:close/>
                  <a:moveTo>
                    <a:pt x="1442" y="0"/>
                  </a:moveTo>
                  <a:cubicBezTo>
                    <a:pt x="918" y="0"/>
                    <a:pt x="492" y="428"/>
                    <a:pt x="492" y="951"/>
                  </a:cubicBezTo>
                  <a:lnTo>
                    <a:pt x="492" y="1513"/>
                  </a:lnTo>
                  <a:cubicBezTo>
                    <a:pt x="216" y="1545"/>
                    <a:pt x="1" y="1778"/>
                    <a:pt x="1" y="2057"/>
                  </a:cubicBezTo>
                  <a:lnTo>
                    <a:pt x="1" y="3525"/>
                  </a:lnTo>
                  <a:cubicBezTo>
                    <a:pt x="1" y="3828"/>
                    <a:pt x="247" y="4073"/>
                    <a:pt x="549" y="4073"/>
                  </a:cubicBezTo>
                  <a:lnTo>
                    <a:pt x="2334" y="4073"/>
                  </a:lnTo>
                  <a:cubicBezTo>
                    <a:pt x="2638" y="4073"/>
                    <a:pt x="2883" y="3827"/>
                    <a:pt x="2883" y="3525"/>
                  </a:cubicBezTo>
                  <a:lnTo>
                    <a:pt x="2883" y="2057"/>
                  </a:lnTo>
                  <a:cubicBezTo>
                    <a:pt x="2883" y="1778"/>
                    <a:pt x="2668" y="1545"/>
                    <a:pt x="2392" y="1513"/>
                  </a:cubicBezTo>
                  <a:lnTo>
                    <a:pt x="2392" y="950"/>
                  </a:lnTo>
                  <a:cubicBezTo>
                    <a:pt x="2393" y="427"/>
                    <a:pt x="1966" y="0"/>
                    <a:pt x="144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41"/>
            <p:cNvSpPr/>
            <p:nvPr/>
          </p:nvSpPr>
          <p:spPr>
            <a:xfrm>
              <a:off x="3387735" y="903637"/>
              <a:ext cx="18715" cy="18677"/>
            </a:xfrm>
            <a:custGeom>
              <a:avLst/>
              <a:gdLst/>
              <a:ahLst/>
              <a:cxnLst/>
              <a:rect l="l" t="t" r="r" b="b"/>
              <a:pathLst>
                <a:path w="494" h="493" extrusionOk="0">
                  <a:moveTo>
                    <a:pt x="247" y="0"/>
                  </a:moveTo>
                  <a:cubicBezTo>
                    <a:pt x="111" y="0"/>
                    <a:pt x="1" y="110"/>
                    <a:pt x="1" y="246"/>
                  </a:cubicBezTo>
                  <a:cubicBezTo>
                    <a:pt x="1" y="383"/>
                    <a:pt x="111" y="493"/>
                    <a:pt x="247" y="493"/>
                  </a:cubicBezTo>
                  <a:cubicBezTo>
                    <a:pt x="383" y="493"/>
                    <a:pt x="493" y="383"/>
                    <a:pt x="493" y="246"/>
                  </a:cubicBezTo>
                  <a:cubicBezTo>
                    <a:pt x="493" y="110"/>
                    <a:pt x="383" y="0"/>
                    <a:pt x="2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187105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83"/>
        <p:cNvGrpSpPr/>
        <p:nvPr/>
      </p:nvGrpSpPr>
      <p:grpSpPr>
        <a:xfrm>
          <a:off x="0" y="0"/>
          <a:ext cx="0" cy="0"/>
          <a:chOff x="0" y="0"/>
          <a:chExt cx="0" cy="0"/>
        </a:xfrm>
      </p:grpSpPr>
      <p:sp>
        <p:nvSpPr>
          <p:cNvPr id="1484" name="Google Shape;1484;p38"/>
          <p:cNvSpPr txBox="1">
            <a:spLocks noGrp="1"/>
          </p:cNvSpPr>
          <p:nvPr>
            <p:ph type="title" idx="2"/>
          </p:nvPr>
        </p:nvSpPr>
        <p:spPr>
          <a:xfrm>
            <a:off x="720000" y="1025725"/>
            <a:ext cx="1702500" cy="9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03</a:t>
            </a:r>
            <a:endParaRPr dirty="0"/>
          </a:p>
        </p:txBody>
      </p:sp>
      <p:sp>
        <p:nvSpPr>
          <p:cNvPr id="1485" name="Google Shape;1485;p38"/>
          <p:cNvSpPr txBox="1">
            <a:spLocks noGrp="1"/>
          </p:cNvSpPr>
          <p:nvPr>
            <p:ph type="subTitle" idx="1"/>
          </p:nvPr>
        </p:nvSpPr>
        <p:spPr>
          <a:xfrm>
            <a:off x="720000" y="3252375"/>
            <a:ext cx="5598000" cy="45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a:t>
            </a:r>
            <a:endParaRPr dirty="0"/>
          </a:p>
        </p:txBody>
      </p:sp>
      <p:grpSp>
        <p:nvGrpSpPr>
          <p:cNvPr id="1486" name="Google Shape;1486;p38"/>
          <p:cNvGrpSpPr/>
          <p:nvPr/>
        </p:nvGrpSpPr>
        <p:grpSpPr>
          <a:xfrm>
            <a:off x="-374387" y="3354325"/>
            <a:ext cx="3922590" cy="2969900"/>
            <a:chOff x="-374387" y="3354325"/>
            <a:chExt cx="3922590" cy="2969900"/>
          </a:xfrm>
        </p:grpSpPr>
        <p:pic>
          <p:nvPicPr>
            <p:cNvPr id="1487" name="Google Shape;1487;p38"/>
            <p:cNvPicPr preferRelativeResize="0"/>
            <p:nvPr/>
          </p:nvPicPr>
          <p:blipFill rotWithShape="1">
            <a:blip r:embed="rId3">
              <a:alphaModFix/>
            </a:blip>
            <a:srcRect l="16960" t="24718" r="7121" b="26177"/>
            <a:stretch/>
          </p:blipFill>
          <p:spPr>
            <a:xfrm>
              <a:off x="-374387" y="3354325"/>
              <a:ext cx="3891276" cy="2969900"/>
            </a:xfrm>
            <a:prstGeom prst="rect">
              <a:avLst/>
            </a:prstGeom>
            <a:noFill/>
            <a:ln>
              <a:noFill/>
            </a:ln>
          </p:spPr>
        </p:pic>
        <p:grpSp>
          <p:nvGrpSpPr>
            <p:cNvPr id="1488" name="Google Shape;1488;p38"/>
            <p:cNvGrpSpPr/>
            <p:nvPr/>
          </p:nvGrpSpPr>
          <p:grpSpPr>
            <a:xfrm>
              <a:off x="1853583" y="4445557"/>
              <a:ext cx="1694620" cy="1360169"/>
              <a:chOff x="7945225" y="4302000"/>
              <a:chExt cx="904666" cy="726121"/>
            </a:xfrm>
          </p:grpSpPr>
          <p:sp>
            <p:nvSpPr>
              <p:cNvPr id="1489" name="Google Shape;1489;p38"/>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8"/>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38"/>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492" name="Google Shape;1492;p38"/>
          <p:cNvSpPr txBox="1">
            <a:spLocks noGrp="1"/>
          </p:cNvSpPr>
          <p:nvPr>
            <p:ph type="title"/>
          </p:nvPr>
        </p:nvSpPr>
        <p:spPr>
          <a:xfrm>
            <a:off x="720000" y="2079325"/>
            <a:ext cx="5955594"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err="1"/>
              <a:t>Tiến</a:t>
            </a:r>
            <a:r>
              <a:rPr lang="en-US" dirty="0"/>
              <a:t> </a:t>
            </a:r>
            <a:r>
              <a:rPr lang="en-US" dirty="0" err="1"/>
              <a:t>Hành</a:t>
            </a:r>
            <a:r>
              <a:rPr lang="en-US" dirty="0"/>
              <a:t> </a:t>
            </a:r>
            <a:r>
              <a:rPr lang="en-US" dirty="0" err="1"/>
              <a:t>Dự</a:t>
            </a:r>
            <a:r>
              <a:rPr lang="en-US" dirty="0"/>
              <a:t> </a:t>
            </a:r>
            <a:r>
              <a:rPr lang="en-US" dirty="0" err="1"/>
              <a:t>Án</a:t>
            </a:r>
            <a:endParaRPr dirty="0"/>
          </a:p>
        </p:txBody>
      </p:sp>
      <p:grpSp>
        <p:nvGrpSpPr>
          <p:cNvPr id="1493" name="Google Shape;1493;p38"/>
          <p:cNvGrpSpPr/>
          <p:nvPr/>
        </p:nvGrpSpPr>
        <p:grpSpPr>
          <a:xfrm>
            <a:off x="6487513" y="-1301175"/>
            <a:ext cx="4268216" cy="6666030"/>
            <a:chOff x="6128138" y="-1301175"/>
            <a:chExt cx="4268216" cy="6666030"/>
          </a:xfrm>
        </p:grpSpPr>
        <p:sp>
          <p:nvSpPr>
            <p:cNvPr id="1494" name="Google Shape;1494;p38"/>
            <p:cNvSpPr/>
            <p:nvPr/>
          </p:nvSpPr>
          <p:spPr>
            <a:xfrm>
              <a:off x="6368175" y="103161"/>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8"/>
            <p:cNvSpPr/>
            <p:nvPr/>
          </p:nvSpPr>
          <p:spPr>
            <a:xfrm>
              <a:off x="6711143" y="81300"/>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8"/>
            <p:cNvSpPr/>
            <p:nvPr/>
          </p:nvSpPr>
          <p:spPr>
            <a:xfrm>
              <a:off x="7243039" y="2456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38"/>
            <p:cNvSpPr/>
            <p:nvPr/>
          </p:nvSpPr>
          <p:spPr>
            <a:xfrm>
              <a:off x="6875804" y="622450"/>
              <a:ext cx="1860443" cy="4595326"/>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8"/>
            <p:cNvSpPr/>
            <p:nvPr/>
          </p:nvSpPr>
          <p:spPr>
            <a:xfrm>
              <a:off x="6573850" y="621225"/>
              <a:ext cx="1860443" cy="4595326"/>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99" name="Google Shape;1499;p38"/>
            <p:cNvPicPr preferRelativeResize="0"/>
            <p:nvPr/>
          </p:nvPicPr>
          <p:blipFill rotWithShape="1">
            <a:blip r:embed="rId3">
              <a:alphaModFix/>
            </a:blip>
            <a:srcRect l="16960" t="24718" r="7121" b="26177"/>
            <a:stretch/>
          </p:blipFill>
          <p:spPr>
            <a:xfrm>
              <a:off x="6128138" y="-1301175"/>
              <a:ext cx="4198516" cy="3204401"/>
            </a:xfrm>
            <a:prstGeom prst="rect">
              <a:avLst/>
            </a:prstGeom>
            <a:noFill/>
            <a:ln>
              <a:noFill/>
            </a:ln>
          </p:spPr>
        </p:pic>
        <p:grpSp>
          <p:nvGrpSpPr>
            <p:cNvPr id="1500" name="Google Shape;1500;p38"/>
            <p:cNvGrpSpPr/>
            <p:nvPr/>
          </p:nvGrpSpPr>
          <p:grpSpPr>
            <a:xfrm rot="5400000">
              <a:off x="7873341" y="4254316"/>
              <a:ext cx="708100" cy="708500"/>
              <a:chOff x="3678700" y="407275"/>
              <a:chExt cx="708100" cy="708500"/>
            </a:xfrm>
          </p:grpSpPr>
          <p:sp>
            <p:nvSpPr>
              <p:cNvPr id="1501" name="Google Shape;1501;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8" name="Google Shape;1508;p38"/>
            <p:cNvGrpSpPr/>
            <p:nvPr/>
          </p:nvGrpSpPr>
          <p:grpSpPr>
            <a:xfrm rot="5400000">
              <a:off x="8639847" y="3354200"/>
              <a:ext cx="457787" cy="458045"/>
              <a:chOff x="3678700" y="407275"/>
              <a:chExt cx="708100" cy="708500"/>
            </a:xfrm>
          </p:grpSpPr>
          <p:sp>
            <p:nvSpPr>
              <p:cNvPr id="1509" name="Google Shape;1509;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6" name="Google Shape;1516;p38"/>
            <p:cNvGrpSpPr/>
            <p:nvPr/>
          </p:nvGrpSpPr>
          <p:grpSpPr>
            <a:xfrm>
              <a:off x="7787267" y="539497"/>
              <a:ext cx="208184" cy="208184"/>
              <a:chOff x="8356813" y="1074288"/>
              <a:chExt cx="351900" cy="351900"/>
            </a:xfrm>
          </p:grpSpPr>
          <p:sp>
            <p:nvSpPr>
              <p:cNvPr id="1517" name="Google Shape;1517;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9" name="Google Shape;1519;p38"/>
            <p:cNvGrpSpPr/>
            <p:nvPr/>
          </p:nvGrpSpPr>
          <p:grpSpPr>
            <a:xfrm>
              <a:off x="7194842" y="2467660"/>
              <a:ext cx="208184" cy="208184"/>
              <a:chOff x="8356813" y="1074288"/>
              <a:chExt cx="351900" cy="351900"/>
            </a:xfrm>
          </p:grpSpPr>
          <p:sp>
            <p:nvSpPr>
              <p:cNvPr id="1520" name="Google Shape;1520;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22" name="Google Shape;1522;p38"/>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3" name="Google Shape;1523;p38"/>
          <p:cNvGrpSpPr/>
          <p:nvPr/>
        </p:nvGrpSpPr>
        <p:grpSpPr>
          <a:xfrm>
            <a:off x="796100" y="3019701"/>
            <a:ext cx="4558967" cy="134100"/>
            <a:chOff x="796100" y="3019701"/>
            <a:chExt cx="4558967" cy="134100"/>
          </a:xfrm>
        </p:grpSpPr>
        <p:sp>
          <p:nvSpPr>
            <p:cNvPr id="1524" name="Google Shape;1524;p38"/>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25" name="Google Shape;1525;p38"/>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26" name="Google Shape;1526;p38"/>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580837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47"/>
        <p:cNvGrpSpPr/>
        <p:nvPr/>
      </p:nvGrpSpPr>
      <p:grpSpPr>
        <a:xfrm>
          <a:off x="0" y="0"/>
          <a:ext cx="0" cy="0"/>
          <a:chOff x="0" y="0"/>
          <a:chExt cx="0" cy="0"/>
        </a:xfrm>
      </p:grpSpPr>
      <p:sp>
        <p:nvSpPr>
          <p:cNvPr id="2148" name="Google Shape;2148;p55"/>
          <p:cNvSpPr txBox="1"/>
          <p:nvPr/>
        </p:nvSpPr>
        <p:spPr>
          <a:xfrm>
            <a:off x="720000" y="1167787"/>
            <a:ext cx="2191800" cy="5727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US" b="1" dirty="0">
                <a:solidFill>
                  <a:schemeClr val="dk1"/>
                </a:solidFill>
                <a:latin typeface="Poppins"/>
                <a:ea typeface="Poppins"/>
                <a:cs typeface="Poppins"/>
                <a:sym typeface="Poppins"/>
              </a:rPr>
              <a:t> </a:t>
            </a:r>
            <a:endParaRPr b="1" dirty="0">
              <a:solidFill>
                <a:schemeClr val="dk1"/>
              </a:solidFill>
              <a:latin typeface="Poppins"/>
              <a:ea typeface="Poppins"/>
              <a:cs typeface="Poppins"/>
              <a:sym typeface="Poppins"/>
            </a:endParaRPr>
          </a:p>
        </p:txBody>
      </p:sp>
      <p:sp>
        <p:nvSpPr>
          <p:cNvPr id="2149" name="Google Shape;2149;p55"/>
          <p:cNvSpPr txBox="1"/>
          <p:nvPr/>
        </p:nvSpPr>
        <p:spPr>
          <a:xfrm>
            <a:off x="3476100" y="1167787"/>
            <a:ext cx="2191800" cy="5727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US" dirty="0">
                <a:solidFill>
                  <a:schemeClr val="dk1"/>
                </a:solidFill>
                <a:latin typeface="Poppins"/>
                <a:ea typeface="Poppins"/>
                <a:cs typeface="Poppins"/>
                <a:sym typeface="Poppins"/>
              </a:rPr>
              <a:t> </a:t>
            </a:r>
            <a:endParaRPr dirty="0">
              <a:solidFill>
                <a:schemeClr val="dk1"/>
              </a:solidFill>
              <a:latin typeface="Poppins"/>
              <a:ea typeface="Poppins"/>
              <a:cs typeface="Poppins"/>
              <a:sym typeface="Poppins"/>
            </a:endParaRPr>
          </a:p>
        </p:txBody>
      </p:sp>
      <p:sp>
        <p:nvSpPr>
          <p:cNvPr id="2150" name="Google Shape;2150;p55"/>
          <p:cNvSpPr txBox="1"/>
          <p:nvPr/>
        </p:nvSpPr>
        <p:spPr>
          <a:xfrm>
            <a:off x="6232200" y="1167787"/>
            <a:ext cx="2191800" cy="5727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None/>
            </a:pPr>
            <a:r>
              <a:rPr lang="en-US" dirty="0">
                <a:solidFill>
                  <a:schemeClr val="dk1"/>
                </a:solidFill>
                <a:latin typeface="Poppins"/>
                <a:ea typeface="Poppins"/>
                <a:cs typeface="Poppins"/>
                <a:sym typeface="Poppins"/>
              </a:rPr>
              <a:t> </a:t>
            </a:r>
            <a:endParaRPr dirty="0">
              <a:solidFill>
                <a:schemeClr val="dk1"/>
              </a:solidFill>
              <a:latin typeface="Poppins"/>
              <a:ea typeface="Poppins"/>
              <a:cs typeface="Poppins"/>
              <a:sym typeface="Poppins"/>
            </a:endParaRPr>
          </a:p>
        </p:txBody>
      </p:sp>
      <p:sp>
        <p:nvSpPr>
          <p:cNvPr id="2151" name="Google Shape;2151;p5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Kế</a:t>
            </a:r>
            <a:r>
              <a:rPr lang="en-US" dirty="0"/>
              <a:t> </a:t>
            </a:r>
            <a:r>
              <a:rPr lang="en-US" dirty="0" err="1"/>
              <a:t>Hoạch</a:t>
            </a:r>
            <a:r>
              <a:rPr lang="en-US" dirty="0"/>
              <a:t> </a:t>
            </a:r>
            <a:r>
              <a:rPr lang="en-US" dirty="0" err="1"/>
              <a:t>Nghiên</a:t>
            </a:r>
            <a:r>
              <a:rPr lang="en-US" dirty="0"/>
              <a:t> </a:t>
            </a:r>
            <a:r>
              <a:rPr lang="en-US" dirty="0" err="1"/>
              <a:t>Cứu</a:t>
            </a:r>
            <a:endParaRPr dirty="0"/>
          </a:p>
        </p:txBody>
      </p:sp>
      <p:sp>
        <p:nvSpPr>
          <p:cNvPr id="2152" name="Google Shape;2152;p55"/>
          <p:cNvSpPr txBox="1"/>
          <p:nvPr/>
        </p:nvSpPr>
        <p:spPr>
          <a:xfrm>
            <a:off x="339489" y="1449363"/>
            <a:ext cx="2137090" cy="806648"/>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sz="2000" b="1" dirty="0">
                <a:solidFill>
                  <a:schemeClr val="dk1"/>
                </a:solidFill>
                <a:latin typeface="IBM Plex Mono"/>
                <a:ea typeface="IBM Plex Mono"/>
                <a:cs typeface="IBM Plex Mono"/>
                <a:sym typeface="IBM Plex Mono"/>
              </a:rPr>
              <a:t>1.Nghiên </a:t>
            </a:r>
            <a:r>
              <a:rPr lang="en-US" sz="2000" b="1" dirty="0" err="1">
                <a:solidFill>
                  <a:schemeClr val="dk1"/>
                </a:solidFill>
                <a:latin typeface="IBM Plex Mono"/>
                <a:ea typeface="IBM Plex Mono"/>
                <a:cs typeface="IBM Plex Mono"/>
                <a:sym typeface="IBM Plex Mono"/>
              </a:rPr>
              <a:t>Cứu</a:t>
            </a:r>
            <a:r>
              <a:rPr lang="en-US" sz="2000" b="1" dirty="0">
                <a:solidFill>
                  <a:schemeClr val="dk1"/>
                </a:solidFill>
                <a:latin typeface="IBM Plex Mono"/>
                <a:ea typeface="IBM Plex Mono"/>
                <a:cs typeface="IBM Plex Mono"/>
                <a:sym typeface="IBM Plex Mono"/>
              </a:rPr>
              <a:t> </a:t>
            </a:r>
            <a:r>
              <a:rPr lang="en-US" sz="2000" b="1" dirty="0" err="1">
                <a:solidFill>
                  <a:schemeClr val="dk1"/>
                </a:solidFill>
                <a:latin typeface="IBM Plex Mono"/>
                <a:ea typeface="IBM Plex Mono"/>
                <a:cs typeface="IBM Plex Mono"/>
                <a:sym typeface="IBM Plex Mono"/>
              </a:rPr>
              <a:t>Thị</a:t>
            </a:r>
            <a:r>
              <a:rPr lang="en-US" sz="2000" b="1" dirty="0">
                <a:solidFill>
                  <a:schemeClr val="dk1"/>
                </a:solidFill>
                <a:latin typeface="IBM Plex Mono"/>
                <a:ea typeface="IBM Plex Mono"/>
                <a:cs typeface="IBM Plex Mono"/>
                <a:sym typeface="IBM Plex Mono"/>
              </a:rPr>
              <a:t> </a:t>
            </a:r>
            <a:r>
              <a:rPr lang="en-US" sz="2000" b="1" dirty="0" err="1">
                <a:solidFill>
                  <a:schemeClr val="dk1"/>
                </a:solidFill>
                <a:latin typeface="IBM Plex Mono"/>
                <a:ea typeface="IBM Plex Mono"/>
                <a:cs typeface="IBM Plex Mono"/>
                <a:sym typeface="IBM Plex Mono"/>
              </a:rPr>
              <a:t>Trường</a:t>
            </a:r>
            <a:endParaRPr sz="2000" b="1" dirty="0">
              <a:solidFill>
                <a:schemeClr val="dk1"/>
              </a:solidFill>
              <a:latin typeface="IBM Plex Mono"/>
              <a:ea typeface="IBM Plex Mono"/>
              <a:cs typeface="IBM Plex Mono"/>
              <a:sym typeface="IBM Plex Mono"/>
            </a:endParaRPr>
          </a:p>
        </p:txBody>
      </p:sp>
      <p:sp>
        <p:nvSpPr>
          <p:cNvPr id="2153" name="Google Shape;2153;p55"/>
          <p:cNvSpPr txBox="1"/>
          <p:nvPr/>
        </p:nvSpPr>
        <p:spPr>
          <a:xfrm>
            <a:off x="3352999" y="1377617"/>
            <a:ext cx="1840403" cy="739699"/>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sz="2000" b="1" dirty="0">
                <a:solidFill>
                  <a:schemeClr val="dk1"/>
                </a:solidFill>
                <a:latin typeface="IBM Plex Mono"/>
                <a:ea typeface="IBM Plex Mono"/>
                <a:cs typeface="IBM Plex Mono"/>
                <a:sym typeface="IBM Plex Mono"/>
              </a:rPr>
              <a:t>2.Lựa </a:t>
            </a:r>
            <a:r>
              <a:rPr lang="en-US" sz="2000" b="1" dirty="0" err="1">
                <a:solidFill>
                  <a:schemeClr val="dk1"/>
                </a:solidFill>
                <a:latin typeface="IBM Plex Mono"/>
                <a:ea typeface="IBM Plex Mono"/>
                <a:cs typeface="IBM Plex Mono"/>
                <a:sym typeface="IBM Plex Mono"/>
              </a:rPr>
              <a:t>Chọn</a:t>
            </a:r>
            <a:r>
              <a:rPr lang="en-US" sz="2000" b="1" dirty="0">
                <a:solidFill>
                  <a:schemeClr val="dk1"/>
                </a:solidFill>
                <a:latin typeface="IBM Plex Mono"/>
                <a:ea typeface="IBM Plex Mono"/>
                <a:cs typeface="IBM Plex Mono"/>
                <a:sym typeface="IBM Plex Mono"/>
              </a:rPr>
              <a:t> </a:t>
            </a:r>
            <a:r>
              <a:rPr lang="en-US" sz="2000" b="1" dirty="0" err="1">
                <a:solidFill>
                  <a:schemeClr val="dk1"/>
                </a:solidFill>
                <a:latin typeface="IBM Plex Mono"/>
                <a:ea typeface="IBM Plex Mono"/>
                <a:cs typeface="IBM Plex Mono"/>
                <a:sym typeface="IBM Plex Mono"/>
              </a:rPr>
              <a:t>Đề</a:t>
            </a:r>
            <a:r>
              <a:rPr lang="en-US" sz="2000" b="1" dirty="0">
                <a:solidFill>
                  <a:schemeClr val="dk1"/>
                </a:solidFill>
                <a:latin typeface="IBM Plex Mono"/>
                <a:ea typeface="IBM Plex Mono"/>
                <a:cs typeface="IBM Plex Mono"/>
                <a:sym typeface="IBM Plex Mono"/>
              </a:rPr>
              <a:t> </a:t>
            </a:r>
            <a:r>
              <a:rPr lang="en-US" sz="2000" b="1" dirty="0" err="1">
                <a:solidFill>
                  <a:schemeClr val="dk1"/>
                </a:solidFill>
                <a:latin typeface="IBM Plex Mono"/>
                <a:ea typeface="IBM Plex Mono"/>
                <a:cs typeface="IBM Plex Mono"/>
                <a:sym typeface="IBM Plex Mono"/>
              </a:rPr>
              <a:t>Tài</a:t>
            </a:r>
            <a:endParaRPr sz="2000" b="1" dirty="0">
              <a:solidFill>
                <a:schemeClr val="dk1"/>
              </a:solidFill>
              <a:latin typeface="IBM Plex Mono"/>
              <a:ea typeface="IBM Plex Mono"/>
              <a:cs typeface="IBM Plex Mono"/>
              <a:sym typeface="IBM Plex Mono"/>
            </a:endParaRPr>
          </a:p>
        </p:txBody>
      </p:sp>
      <p:sp>
        <p:nvSpPr>
          <p:cNvPr id="2154" name="Google Shape;2154;p55"/>
          <p:cNvSpPr txBox="1"/>
          <p:nvPr/>
        </p:nvSpPr>
        <p:spPr>
          <a:xfrm>
            <a:off x="6583597" y="1251899"/>
            <a:ext cx="1840403" cy="778188"/>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000" b="1" dirty="0">
                <a:solidFill>
                  <a:schemeClr val="dk1"/>
                </a:solidFill>
                <a:latin typeface="IBM Plex Mono"/>
                <a:ea typeface="IBM Plex Mono"/>
                <a:cs typeface="IBM Plex Mono"/>
                <a:sym typeface="IBM Plex Mono"/>
              </a:rPr>
              <a:t>3.Thiết Kế Giao Diện</a:t>
            </a:r>
            <a:endParaRPr sz="2000" b="1" dirty="0">
              <a:solidFill>
                <a:schemeClr val="dk1"/>
              </a:solidFill>
              <a:latin typeface="IBM Plex Mono"/>
              <a:ea typeface="IBM Plex Mono"/>
              <a:cs typeface="IBM Plex Mono"/>
              <a:sym typeface="IBM Plex Mono"/>
            </a:endParaRPr>
          </a:p>
        </p:txBody>
      </p:sp>
      <p:sp>
        <p:nvSpPr>
          <p:cNvPr id="2155" name="Google Shape;2155;p55"/>
          <p:cNvSpPr txBox="1"/>
          <p:nvPr/>
        </p:nvSpPr>
        <p:spPr>
          <a:xfrm>
            <a:off x="720000" y="4041650"/>
            <a:ext cx="21918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endParaRPr b="1" dirty="0">
              <a:solidFill>
                <a:schemeClr val="dk1"/>
              </a:solidFill>
              <a:latin typeface="Poppins"/>
              <a:ea typeface="Poppins"/>
              <a:cs typeface="Poppins"/>
              <a:sym typeface="Poppins"/>
            </a:endParaRPr>
          </a:p>
        </p:txBody>
      </p:sp>
      <p:sp>
        <p:nvSpPr>
          <p:cNvPr id="2156" name="Google Shape;2156;p55"/>
          <p:cNvSpPr txBox="1"/>
          <p:nvPr/>
        </p:nvSpPr>
        <p:spPr>
          <a:xfrm>
            <a:off x="720000" y="3829833"/>
            <a:ext cx="2137090" cy="806648"/>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US" sz="2000" b="1" dirty="0">
                <a:solidFill>
                  <a:schemeClr val="dk1"/>
                </a:solidFill>
                <a:latin typeface="IBM Plex Mono"/>
                <a:ea typeface="IBM Plex Mono"/>
                <a:cs typeface="IBM Plex Mono"/>
                <a:sym typeface="IBM Plex Mono"/>
              </a:rPr>
              <a:t>4.Phát </a:t>
            </a:r>
            <a:r>
              <a:rPr lang="en-US" sz="2000" b="1" dirty="0" err="1">
                <a:solidFill>
                  <a:schemeClr val="dk1"/>
                </a:solidFill>
                <a:latin typeface="IBM Plex Mono"/>
                <a:ea typeface="IBM Plex Mono"/>
                <a:cs typeface="IBM Plex Mono"/>
                <a:sym typeface="IBM Plex Mono"/>
              </a:rPr>
              <a:t>Triển</a:t>
            </a:r>
            <a:r>
              <a:rPr lang="en-US" sz="2000" b="1" dirty="0">
                <a:solidFill>
                  <a:schemeClr val="dk1"/>
                </a:solidFill>
                <a:latin typeface="IBM Plex Mono"/>
                <a:ea typeface="IBM Plex Mono"/>
                <a:cs typeface="IBM Plex Mono"/>
                <a:sym typeface="IBM Plex Mono"/>
              </a:rPr>
              <a:t> </a:t>
            </a:r>
            <a:r>
              <a:rPr lang="en-US" sz="2000" b="1" dirty="0" err="1">
                <a:solidFill>
                  <a:schemeClr val="dk1"/>
                </a:solidFill>
                <a:latin typeface="IBM Plex Mono"/>
                <a:ea typeface="IBM Plex Mono"/>
                <a:cs typeface="IBM Plex Mono"/>
                <a:sym typeface="IBM Plex Mono"/>
              </a:rPr>
              <a:t>Ứng</a:t>
            </a:r>
            <a:r>
              <a:rPr lang="en-US" sz="2000" b="1" dirty="0">
                <a:solidFill>
                  <a:schemeClr val="dk1"/>
                </a:solidFill>
                <a:latin typeface="IBM Plex Mono"/>
                <a:ea typeface="IBM Plex Mono"/>
                <a:cs typeface="IBM Plex Mono"/>
                <a:sym typeface="IBM Plex Mono"/>
              </a:rPr>
              <a:t> </a:t>
            </a:r>
            <a:r>
              <a:rPr lang="en-US" sz="2000" b="1" dirty="0" err="1">
                <a:solidFill>
                  <a:schemeClr val="dk1"/>
                </a:solidFill>
                <a:latin typeface="IBM Plex Mono"/>
                <a:ea typeface="IBM Plex Mono"/>
                <a:cs typeface="IBM Plex Mono"/>
                <a:sym typeface="IBM Plex Mono"/>
              </a:rPr>
              <a:t>Dụng</a:t>
            </a:r>
            <a:endParaRPr sz="2000" b="1" dirty="0">
              <a:solidFill>
                <a:schemeClr val="dk1"/>
              </a:solidFill>
              <a:latin typeface="IBM Plex Mono"/>
              <a:ea typeface="IBM Plex Mono"/>
              <a:cs typeface="IBM Plex Mono"/>
              <a:sym typeface="IBM Plex Mono"/>
            </a:endParaRPr>
          </a:p>
        </p:txBody>
      </p:sp>
      <p:sp>
        <p:nvSpPr>
          <p:cNvPr id="2157" name="Google Shape;2157;p55"/>
          <p:cNvSpPr txBox="1"/>
          <p:nvPr/>
        </p:nvSpPr>
        <p:spPr>
          <a:xfrm>
            <a:off x="3476100" y="4041650"/>
            <a:ext cx="21918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dirty="0">
                <a:solidFill>
                  <a:schemeClr val="dk1"/>
                </a:solidFill>
                <a:latin typeface="Poppins"/>
                <a:ea typeface="Poppins"/>
                <a:cs typeface="Poppins"/>
                <a:sym typeface="Poppins"/>
              </a:rPr>
              <a:t> </a:t>
            </a:r>
            <a:endParaRPr dirty="0">
              <a:solidFill>
                <a:schemeClr val="dk1"/>
              </a:solidFill>
              <a:latin typeface="Poppins"/>
              <a:ea typeface="Poppins"/>
              <a:cs typeface="Poppins"/>
              <a:sym typeface="Poppins"/>
            </a:endParaRPr>
          </a:p>
        </p:txBody>
      </p:sp>
      <p:sp>
        <p:nvSpPr>
          <p:cNvPr id="2158" name="Google Shape;2158;p55"/>
          <p:cNvSpPr txBox="1"/>
          <p:nvPr/>
        </p:nvSpPr>
        <p:spPr>
          <a:xfrm>
            <a:off x="4074300" y="3701315"/>
            <a:ext cx="996600" cy="5040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US" sz="2000" b="1" dirty="0">
                <a:solidFill>
                  <a:schemeClr val="dk1"/>
                </a:solidFill>
                <a:latin typeface="IBM Plex Mono"/>
                <a:ea typeface="IBM Plex Mono"/>
                <a:cs typeface="IBM Plex Mono"/>
                <a:sym typeface="IBM Plex Mono"/>
              </a:rPr>
              <a:t>5.Sửa </a:t>
            </a:r>
            <a:r>
              <a:rPr lang="en-US" sz="2000" b="1" dirty="0" err="1">
                <a:solidFill>
                  <a:schemeClr val="dk1"/>
                </a:solidFill>
                <a:latin typeface="IBM Plex Mono"/>
                <a:ea typeface="IBM Plex Mono"/>
                <a:cs typeface="IBM Plex Mono"/>
                <a:sym typeface="IBM Plex Mono"/>
              </a:rPr>
              <a:t>Lỗi</a:t>
            </a:r>
            <a:endParaRPr sz="2000" b="1" dirty="0">
              <a:solidFill>
                <a:schemeClr val="dk1"/>
              </a:solidFill>
              <a:latin typeface="IBM Plex Mono"/>
              <a:ea typeface="IBM Plex Mono"/>
              <a:cs typeface="IBM Plex Mono"/>
              <a:sym typeface="IBM Plex Mono"/>
            </a:endParaRPr>
          </a:p>
        </p:txBody>
      </p:sp>
      <p:sp>
        <p:nvSpPr>
          <p:cNvPr id="2159" name="Google Shape;2159;p55"/>
          <p:cNvSpPr txBox="1"/>
          <p:nvPr/>
        </p:nvSpPr>
        <p:spPr>
          <a:xfrm>
            <a:off x="6232200" y="4041650"/>
            <a:ext cx="21918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endParaRPr dirty="0">
              <a:solidFill>
                <a:schemeClr val="dk1"/>
              </a:solidFill>
              <a:latin typeface="Poppins"/>
              <a:ea typeface="Poppins"/>
              <a:cs typeface="Poppins"/>
              <a:sym typeface="Poppins"/>
            </a:endParaRPr>
          </a:p>
        </p:txBody>
      </p:sp>
      <p:sp>
        <p:nvSpPr>
          <p:cNvPr id="2160" name="Google Shape;2160;p55"/>
          <p:cNvSpPr txBox="1"/>
          <p:nvPr/>
        </p:nvSpPr>
        <p:spPr>
          <a:xfrm>
            <a:off x="6829799" y="3613850"/>
            <a:ext cx="1289187" cy="5040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US" sz="2000" b="1" dirty="0">
                <a:solidFill>
                  <a:schemeClr val="dk1"/>
                </a:solidFill>
                <a:latin typeface="IBM Plex Mono"/>
                <a:ea typeface="IBM Plex Mono"/>
                <a:cs typeface="IBM Plex Mono"/>
                <a:sym typeface="IBM Plex Mono"/>
              </a:rPr>
              <a:t>6.Kiểm </a:t>
            </a:r>
            <a:r>
              <a:rPr lang="en-US" sz="2000" b="1" dirty="0" err="1">
                <a:solidFill>
                  <a:schemeClr val="dk1"/>
                </a:solidFill>
                <a:latin typeface="IBM Plex Mono"/>
                <a:ea typeface="IBM Plex Mono"/>
                <a:cs typeface="IBM Plex Mono"/>
                <a:sym typeface="IBM Plex Mono"/>
              </a:rPr>
              <a:t>Thử</a:t>
            </a:r>
            <a:r>
              <a:rPr lang="en-US" sz="2000" b="1" dirty="0">
                <a:solidFill>
                  <a:schemeClr val="dk1"/>
                </a:solidFill>
                <a:latin typeface="IBM Plex Mono"/>
                <a:ea typeface="IBM Plex Mono"/>
                <a:cs typeface="IBM Plex Mono"/>
                <a:sym typeface="IBM Plex Mono"/>
              </a:rPr>
              <a:t> </a:t>
            </a:r>
            <a:endParaRPr sz="2000" b="1" dirty="0">
              <a:solidFill>
                <a:schemeClr val="dk1"/>
              </a:solidFill>
              <a:latin typeface="IBM Plex Mono"/>
              <a:ea typeface="IBM Plex Mono"/>
              <a:cs typeface="IBM Plex Mono"/>
              <a:sym typeface="IBM Plex Mono"/>
            </a:endParaRPr>
          </a:p>
        </p:txBody>
      </p:sp>
      <p:cxnSp>
        <p:nvCxnSpPr>
          <p:cNvPr id="2161" name="Google Shape;2161;p55"/>
          <p:cNvCxnSpPr>
            <a:cxnSpLocks/>
            <a:stCxn id="2162" idx="4"/>
            <a:endCxn id="2156" idx="0"/>
          </p:cNvCxnSpPr>
          <p:nvPr/>
        </p:nvCxnSpPr>
        <p:spPr>
          <a:xfrm rot="5400000">
            <a:off x="1503463" y="3517380"/>
            <a:ext cx="597536" cy="27371"/>
          </a:xfrm>
          <a:prstGeom prst="bentConnector3">
            <a:avLst>
              <a:gd name="adj1" fmla="val 50000"/>
            </a:avLst>
          </a:prstGeom>
          <a:noFill/>
          <a:ln w="9525" cap="flat" cmpd="sng">
            <a:solidFill>
              <a:schemeClr val="lt2"/>
            </a:solidFill>
            <a:prstDash val="solid"/>
            <a:round/>
            <a:headEnd type="none" w="med" len="med"/>
            <a:tailEnd type="oval" w="med" len="med"/>
          </a:ln>
        </p:spPr>
      </p:cxnSp>
      <p:grpSp>
        <p:nvGrpSpPr>
          <p:cNvPr id="2163" name="Google Shape;2163;p55"/>
          <p:cNvGrpSpPr/>
          <p:nvPr/>
        </p:nvGrpSpPr>
        <p:grpSpPr>
          <a:xfrm>
            <a:off x="7238266" y="3053222"/>
            <a:ext cx="179668" cy="179626"/>
            <a:chOff x="7238266" y="3053222"/>
            <a:chExt cx="179668" cy="179626"/>
          </a:xfrm>
        </p:grpSpPr>
        <p:sp>
          <p:nvSpPr>
            <p:cNvPr id="2164" name="Google Shape;2164;p55"/>
            <p:cNvSpPr/>
            <p:nvPr/>
          </p:nvSpPr>
          <p:spPr>
            <a:xfrm>
              <a:off x="7238266" y="3053222"/>
              <a:ext cx="179668" cy="179626"/>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55"/>
            <p:cNvSpPr/>
            <p:nvPr/>
          </p:nvSpPr>
          <p:spPr>
            <a:xfrm>
              <a:off x="7273954" y="3088901"/>
              <a:ext cx="108290" cy="108264"/>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66" name="Google Shape;2166;p55"/>
          <p:cNvGrpSpPr/>
          <p:nvPr/>
        </p:nvGrpSpPr>
        <p:grpSpPr>
          <a:xfrm>
            <a:off x="1726066" y="2580534"/>
            <a:ext cx="179668" cy="179626"/>
            <a:chOff x="1726066" y="2580534"/>
            <a:chExt cx="179668" cy="179626"/>
          </a:xfrm>
        </p:grpSpPr>
        <p:sp>
          <p:nvSpPr>
            <p:cNvPr id="2167" name="Google Shape;2167;p55"/>
            <p:cNvSpPr/>
            <p:nvPr/>
          </p:nvSpPr>
          <p:spPr>
            <a:xfrm>
              <a:off x="1726066" y="2580534"/>
              <a:ext cx="179668" cy="179626"/>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55"/>
            <p:cNvSpPr/>
            <p:nvPr/>
          </p:nvSpPr>
          <p:spPr>
            <a:xfrm>
              <a:off x="1761754" y="2616214"/>
              <a:ext cx="108290" cy="108264"/>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169" name="Google Shape;2169;p55"/>
          <p:cNvCxnSpPr>
            <a:cxnSpLocks/>
            <a:stCxn id="2152" idx="2"/>
            <a:endCxn id="2167" idx="0"/>
          </p:cNvCxnSpPr>
          <p:nvPr/>
        </p:nvCxnSpPr>
        <p:spPr>
          <a:xfrm rot="16200000" flipH="1">
            <a:off x="1449706" y="2214339"/>
            <a:ext cx="324523" cy="407866"/>
          </a:xfrm>
          <a:prstGeom prst="bentConnector3">
            <a:avLst>
              <a:gd name="adj1" fmla="val 50000"/>
            </a:avLst>
          </a:prstGeom>
          <a:noFill/>
          <a:ln w="9525" cap="flat" cmpd="sng">
            <a:solidFill>
              <a:schemeClr val="lt2"/>
            </a:solidFill>
            <a:prstDash val="solid"/>
            <a:round/>
            <a:headEnd type="oval" w="med" len="med"/>
            <a:tailEnd type="none" w="med" len="med"/>
          </a:ln>
        </p:spPr>
      </p:cxnSp>
      <p:cxnSp>
        <p:nvCxnSpPr>
          <p:cNvPr id="2170" name="Google Shape;2170;p55"/>
          <p:cNvCxnSpPr>
            <a:cxnSpLocks/>
            <a:stCxn id="2153" idx="2"/>
            <a:endCxn id="2171" idx="0"/>
          </p:cNvCxnSpPr>
          <p:nvPr/>
        </p:nvCxnSpPr>
        <p:spPr>
          <a:xfrm rot="16200000" flipH="1">
            <a:off x="4189279" y="2201237"/>
            <a:ext cx="466643" cy="298799"/>
          </a:xfrm>
          <a:prstGeom prst="bentConnector3">
            <a:avLst>
              <a:gd name="adj1" fmla="val 50000"/>
            </a:avLst>
          </a:prstGeom>
          <a:noFill/>
          <a:ln w="9525" cap="flat" cmpd="sng">
            <a:solidFill>
              <a:schemeClr val="lt2"/>
            </a:solidFill>
            <a:prstDash val="solid"/>
            <a:round/>
            <a:headEnd type="oval" w="med" len="med"/>
            <a:tailEnd type="none" w="med" len="med"/>
          </a:ln>
        </p:spPr>
      </p:cxnSp>
      <p:cxnSp>
        <p:nvCxnSpPr>
          <p:cNvPr id="2172" name="Google Shape;2172;p55"/>
          <p:cNvCxnSpPr>
            <a:cxnSpLocks/>
            <a:stCxn id="2154" idx="2"/>
            <a:endCxn id="2173" idx="0"/>
          </p:cNvCxnSpPr>
          <p:nvPr/>
        </p:nvCxnSpPr>
        <p:spPr>
          <a:xfrm rot="5400000">
            <a:off x="7139041" y="2219163"/>
            <a:ext cx="553835" cy="175683"/>
          </a:xfrm>
          <a:prstGeom prst="bentConnector3">
            <a:avLst>
              <a:gd name="adj1" fmla="val 50000"/>
            </a:avLst>
          </a:prstGeom>
          <a:noFill/>
          <a:ln w="9525" cap="flat" cmpd="sng">
            <a:solidFill>
              <a:schemeClr val="lt2"/>
            </a:solidFill>
            <a:prstDash val="solid"/>
            <a:round/>
            <a:headEnd type="oval" w="med" len="med"/>
            <a:tailEnd type="none" w="med" len="med"/>
          </a:ln>
        </p:spPr>
      </p:cxnSp>
      <p:cxnSp>
        <p:nvCxnSpPr>
          <p:cNvPr id="2174" name="Google Shape;2174;p55"/>
          <p:cNvCxnSpPr>
            <a:stCxn id="2158" idx="0"/>
            <a:endCxn id="2175" idx="4"/>
          </p:cNvCxnSpPr>
          <p:nvPr/>
        </p:nvCxnSpPr>
        <p:spPr>
          <a:xfrm rot="16200000" flipV="1">
            <a:off x="4337799" y="3466514"/>
            <a:ext cx="469018" cy="584"/>
          </a:xfrm>
          <a:prstGeom prst="bentConnector3">
            <a:avLst>
              <a:gd name="adj1" fmla="val 50000"/>
            </a:avLst>
          </a:prstGeom>
          <a:noFill/>
          <a:ln w="9525" cap="flat" cmpd="sng">
            <a:solidFill>
              <a:schemeClr val="lt2"/>
            </a:solidFill>
            <a:prstDash val="solid"/>
            <a:round/>
            <a:headEnd type="oval" w="med" len="med"/>
            <a:tailEnd type="none" w="med" len="med"/>
          </a:ln>
        </p:spPr>
      </p:cxnSp>
      <p:cxnSp>
        <p:nvCxnSpPr>
          <p:cNvPr id="2176" name="Google Shape;2176;p55"/>
          <p:cNvCxnSpPr>
            <a:cxnSpLocks/>
            <a:stCxn id="2160" idx="0"/>
            <a:endCxn id="2164" idx="4"/>
          </p:cNvCxnSpPr>
          <p:nvPr/>
        </p:nvCxnSpPr>
        <p:spPr>
          <a:xfrm rot="16200000" flipV="1">
            <a:off x="7210746" y="3350202"/>
            <a:ext cx="381002" cy="146293"/>
          </a:xfrm>
          <a:prstGeom prst="bentConnector3">
            <a:avLst>
              <a:gd name="adj1" fmla="val 50000"/>
            </a:avLst>
          </a:prstGeom>
          <a:noFill/>
          <a:ln w="9525" cap="flat" cmpd="sng">
            <a:solidFill>
              <a:schemeClr val="lt2"/>
            </a:solidFill>
            <a:prstDash val="solid"/>
            <a:round/>
            <a:headEnd type="oval" w="med" len="med"/>
            <a:tailEnd type="none" w="med" len="med"/>
          </a:ln>
        </p:spPr>
      </p:cxnSp>
      <p:cxnSp>
        <p:nvCxnSpPr>
          <p:cNvPr id="2177" name="Google Shape;2177;p55"/>
          <p:cNvCxnSpPr>
            <a:stCxn id="2167" idx="6"/>
            <a:endCxn id="2171" idx="2"/>
          </p:cNvCxnSpPr>
          <p:nvPr/>
        </p:nvCxnSpPr>
        <p:spPr>
          <a:xfrm>
            <a:off x="1905734" y="2670348"/>
            <a:ext cx="2576400" cy="3300"/>
          </a:xfrm>
          <a:prstGeom prst="bentConnector3">
            <a:avLst>
              <a:gd name="adj1" fmla="val 50001"/>
            </a:avLst>
          </a:prstGeom>
          <a:noFill/>
          <a:ln w="9525" cap="flat" cmpd="sng">
            <a:solidFill>
              <a:schemeClr val="lt2"/>
            </a:solidFill>
            <a:prstDash val="solid"/>
            <a:round/>
            <a:headEnd type="none" w="med" len="med"/>
            <a:tailEnd type="none" w="med" len="med"/>
          </a:ln>
        </p:spPr>
      </p:cxnSp>
      <p:cxnSp>
        <p:nvCxnSpPr>
          <p:cNvPr id="2178" name="Google Shape;2178;p55"/>
          <p:cNvCxnSpPr>
            <a:stCxn id="2171" idx="6"/>
            <a:endCxn id="2173" idx="2"/>
          </p:cNvCxnSpPr>
          <p:nvPr/>
        </p:nvCxnSpPr>
        <p:spPr>
          <a:xfrm>
            <a:off x="4661834" y="2673772"/>
            <a:ext cx="2576400" cy="600"/>
          </a:xfrm>
          <a:prstGeom prst="bentConnector3">
            <a:avLst>
              <a:gd name="adj1" fmla="val 50001"/>
            </a:avLst>
          </a:prstGeom>
          <a:noFill/>
          <a:ln w="9525" cap="flat" cmpd="sng">
            <a:solidFill>
              <a:schemeClr val="lt2"/>
            </a:solidFill>
            <a:prstDash val="solid"/>
            <a:round/>
            <a:headEnd type="none" w="med" len="med"/>
            <a:tailEnd type="none" w="med" len="med"/>
          </a:ln>
        </p:spPr>
      </p:cxnSp>
      <p:cxnSp>
        <p:nvCxnSpPr>
          <p:cNvPr id="2179" name="Google Shape;2179;p55"/>
          <p:cNvCxnSpPr>
            <a:stCxn id="2173" idx="6"/>
            <a:endCxn id="2162" idx="2"/>
          </p:cNvCxnSpPr>
          <p:nvPr/>
        </p:nvCxnSpPr>
        <p:spPr>
          <a:xfrm flipH="1">
            <a:off x="1726066" y="2673772"/>
            <a:ext cx="5691900" cy="468600"/>
          </a:xfrm>
          <a:prstGeom prst="bentConnector5">
            <a:avLst>
              <a:gd name="adj1" fmla="val -4184"/>
              <a:gd name="adj2" fmla="val 50008"/>
              <a:gd name="adj3" fmla="val 104184"/>
            </a:avLst>
          </a:prstGeom>
          <a:noFill/>
          <a:ln w="9525" cap="flat" cmpd="sng">
            <a:solidFill>
              <a:schemeClr val="lt2"/>
            </a:solidFill>
            <a:prstDash val="solid"/>
            <a:round/>
            <a:headEnd type="none" w="med" len="med"/>
            <a:tailEnd type="none" w="med" len="med"/>
          </a:ln>
        </p:spPr>
      </p:cxnSp>
      <p:cxnSp>
        <p:nvCxnSpPr>
          <p:cNvPr id="2180" name="Google Shape;2180;p55"/>
          <p:cNvCxnSpPr>
            <a:stCxn id="2164" idx="2"/>
            <a:endCxn id="2175" idx="6"/>
          </p:cNvCxnSpPr>
          <p:nvPr/>
        </p:nvCxnSpPr>
        <p:spPr>
          <a:xfrm rot="10800000">
            <a:off x="4661866" y="3142435"/>
            <a:ext cx="2576400" cy="600"/>
          </a:xfrm>
          <a:prstGeom prst="bentConnector3">
            <a:avLst>
              <a:gd name="adj1" fmla="val 50000"/>
            </a:avLst>
          </a:prstGeom>
          <a:noFill/>
          <a:ln w="9525" cap="flat" cmpd="sng">
            <a:solidFill>
              <a:schemeClr val="lt2"/>
            </a:solidFill>
            <a:prstDash val="solid"/>
            <a:round/>
            <a:headEnd type="none" w="med" len="med"/>
            <a:tailEnd type="none" w="med" len="med"/>
          </a:ln>
        </p:spPr>
      </p:cxnSp>
      <p:cxnSp>
        <p:nvCxnSpPr>
          <p:cNvPr id="2181" name="Google Shape;2181;p55"/>
          <p:cNvCxnSpPr>
            <a:stCxn id="2175" idx="2"/>
            <a:endCxn id="2162" idx="6"/>
          </p:cNvCxnSpPr>
          <p:nvPr/>
        </p:nvCxnSpPr>
        <p:spPr>
          <a:xfrm flipH="1">
            <a:off x="1905766" y="3142447"/>
            <a:ext cx="2576400" cy="600"/>
          </a:xfrm>
          <a:prstGeom prst="bentConnector3">
            <a:avLst>
              <a:gd name="adj1" fmla="val 50000"/>
            </a:avLst>
          </a:prstGeom>
          <a:noFill/>
          <a:ln w="9525" cap="flat" cmpd="sng">
            <a:solidFill>
              <a:schemeClr val="lt2"/>
            </a:solidFill>
            <a:prstDash val="solid"/>
            <a:round/>
            <a:headEnd type="none" w="med" len="med"/>
            <a:tailEnd type="none" w="med" len="med"/>
          </a:ln>
        </p:spPr>
      </p:cxnSp>
      <p:grpSp>
        <p:nvGrpSpPr>
          <p:cNvPr id="2182" name="Google Shape;2182;p55"/>
          <p:cNvGrpSpPr/>
          <p:nvPr/>
        </p:nvGrpSpPr>
        <p:grpSpPr>
          <a:xfrm>
            <a:off x="1726066" y="3052597"/>
            <a:ext cx="179700" cy="179700"/>
            <a:chOff x="1726066" y="2580534"/>
            <a:chExt cx="179700" cy="179700"/>
          </a:xfrm>
        </p:grpSpPr>
        <p:sp>
          <p:nvSpPr>
            <p:cNvPr id="2162" name="Google Shape;2162;p55"/>
            <p:cNvSpPr/>
            <p:nvPr/>
          </p:nvSpPr>
          <p:spPr>
            <a:xfrm>
              <a:off x="1726066" y="2580534"/>
              <a:ext cx="179700" cy="1797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55"/>
            <p:cNvSpPr/>
            <p:nvPr/>
          </p:nvSpPr>
          <p:spPr>
            <a:xfrm>
              <a:off x="1761754" y="2616214"/>
              <a:ext cx="108300" cy="1083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84" name="Google Shape;2184;p55"/>
          <p:cNvGrpSpPr/>
          <p:nvPr/>
        </p:nvGrpSpPr>
        <p:grpSpPr>
          <a:xfrm>
            <a:off x="4482166" y="2583959"/>
            <a:ext cx="179668" cy="179626"/>
            <a:chOff x="4482166" y="2580534"/>
            <a:chExt cx="179668" cy="179626"/>
          </a:xfrm>
        </p:grpSpPr>
        <p:sp>
          <p:nvSpPr>
            <p:cNvPr id="2171" name="Google Shape;2171;p55"/>
            <p:cNvSpPr/>
            <p:nvPr/>
          </p:nvSpPr>
          <p:spPr>
            <a:xfrm>
              <a:off x="4482166" y="2580534"/>
              <a:ext cx="179668" cy="179626"/>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55"/>
            <p:cNvSpPr/>
            <p:nvPr/>
          </p:nvSpPr>
          <p:spPr>
            <a:xfrm>
              <a:off x="4517854" y="2616214"/>
              <a:ext cx="108290" cy="108264"/>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86" name="Google Shape;2186;p55"/>
          <p:cNvGrpSpPr/>
          <p:nvPr/>
        </p:nvGrpSpPr>
        <p:grpSpPr>
          <a:xfrm>
            <a:off x="4482166" y="3052597"/>
            <a:ext cx="179700" cy="179700"/>
            <a:chOff x="4482166" y="2580534"/>
            <a:chExt cx="179700" cy="179700"/>
          </a:xfrm>
        </p:grpSpPr>
        <p:sp>
          <p:nvSpPr>
            <p:cNvPr id="2175" name="Google Shape;2175;p55"/>
            <p:cNvSpPr/>
            <p:nvPr/>
          </p:nvSpPr>
          <p:spPr>
            <a:xfrm>
              <a:off x="4482166" y="2580534"/>
              <a:ext cx="179700" cy="1797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55"/>
            <p:cNvSpPr/>
            <p:nvPr/>
          </p:nvSpPr>
          <p:spPr>
            <a:xfrm>
              <a:off x="4517854" y="2616214"/>
              <a:ext cx="108300" cy="1083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88" name="Google Shape;2188;p55"/>
          <p:cNvGrpSpPr/>
          <p:nvPr/>
        </p:nvGrpSpPr>
        <p:grpSpPr>
          <a:xfrm>
            <a:off x="7238266" y="2583922"/>
            <a:ext cx="179700" cy="179700"/>
            <a:chOff x="7238266" y="3053222"/>
            <a:chExt cx="179700" cy="179700"/>
          </a:xfrm>
        </p:grpSpPr>
        <p:sp>
          <p:nvSpPr>
            <p:cNvPr id="2173" name="Google Shape;2173;p55"/>
            <p:cNvSpPr/>
            <p:nvPr/>
          </p:nvSpPr>
          <p:spPr>
            <a:xfrm>
              <a:off x="7238266" y="3053222"/>
              <a:ext cx="179700" cy="1797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55"/>
            <p:cNvSpPr/>
            <p:nvPr/>
          </p:nvSpPr>
          <p:spPr>
            <a:xfrm>
              <a:off x="7273954" y="3088901"/>
              <a:ext cx="108300" cy="1083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0472026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34"/>
        <p:cNvGrpSpPr/>
        <p:nvPr/>
      </p:nvGrpSpPr>
      <p:grpSpPr>
        <a:xfrm>
          <a:off x="0" y="0"/>
          <a:ext cx="0" cy="0"/>
          <a:chOff x="0" y="0"/>
          <a:chExt cx="0" cy="0"/>
        </a:xfrm>
      </p:grpSpPr>
      <p:sp>
        <p:nvSpPr>
          <p:cNvPr id="1635" name="Google Shape;1635;p41"/>
          <p:cNvSpPr txBox="1">
            <a:spLocks noGrp="1"/>
          </p:cNvSpPr>
          <p:nvPr>
            <p:ph type="title"/>
          </p:nvPr>
        </p:nvSpPr>
        <p:spPr>
          <a:xfrm>
            <a:off x="720000" y="445025"/>
            <a:ext cx="3424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Sự</a:t>
            </a:r>
            <a:r>
              <a:rPr lang="en-US" dirty="0"/>
              <a:t> </a:t>
            </a:r>
            <a:r>
              <a:rPr lang="en-US" dirty="0" err="1"/>
              <a:t>Khác</a:t>
            </a:r>
            <a:r>
              <a:rPr lang="en-US" dirty="0"/>
              <a:t> </a:t>
            </a:r>
            <a:r>
              <a:rPr lang="en-US" dirty="0" err="1"/>
              <a:t>Biệt</a:t>
            </a:r>
            <a:endParaRPr dirty="0"/>
          </a:p>
        </p:txBody>
      </p:sp>
      <p:sp>
        <p:nvSpPr>
          <p:cNvPr id="1636" name="Google Shape;1636;p41"/>
          <p:cNvSpPr txBox="1">
            <a:spLocks noGrp="1"/>
          </p:cNvSpPr>
          <p:nvPr>
            <p:ph type="subTitle" idx="1"/>
          </p:nvPr>
        </p:nvSpPr>
        <p:spPr>
          <a:xfrm>
            <a:off x="720000" y="1141838"/>
            <a:ext cx="2628090" cy="49643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000" dirty="0">
                <a:solidFill>
                  <a:schemeClr val="tx1"/>
                </a:solidFill>
                <a:latin typeface="Söhne"/>
              </a:rPr>
              <a:t>a) Giao </a:t>
            </a:r>
            <a:r>
              <a:rPr lang="en-US" sz="2000" dirty="0" err="1">
                <a:solidFill>
                  <a:schemeClr val="tx1"/>
                </a:solidFill>
                <a:latin typeface="Söhne"/>
              </a:rPr>
              <a:t>Diện</a:t>
            </a:r>
            <a:r>
              <a:rPr lang="en-US" sz="2000" dirty="0">
                <a:solidFill>
                  <a:schemeClr val="tx1"/>
                </a:solidFill>
                <a:latin typeface="Söhne"/>
              </a:rPr>
              <a:t> </a:t>
            </a:r>
            <a:r>
              <a:rPr lang="en-US" sz="2000" dirty="0" err="1">
                <a:solidFill>
                  <a:schemeClr val="tx1"/>
                </a:solidFill>
                <a:latin typeface="Söhne"/>
              </a:rPr>
              <a:t>Đơn</a:t>
            </a:r>
            <a:r>
              <a:rPr lang="en-US" sz="2000" dirty="0">
                <a:solidFill>
                  <a:schemeClr val="tx1"/>
                </a:solidFill>
                <a:latin typeface="Söhne"/>
              </a:rPr>
              <a:t> </a:t>
            </a:r>
            <a:r>
              <a:rPr lang="en-US" sz="2000" dirty="0" err="1">
                <a:solidFill>
                  <a:schemeClr val="tx1"/>
                </a:solidFill>
                <a:latin typeface="Söhne"/>
              </a:rPr>
              <a:t>Giản</a:t>
            </a:r>
            <a:endParaRPr sz="1600" dirty="0">
              <a:solidFill>
                <a:schemeClr val="tx1"/>
              </a:solidFill>
            </a:endParaRPr>
          </a:p>
        </p:txBody>
      </p:sp>
      <p:sp>
        <p:nvSpPr>
          <p:cNvPr id="1637" name="Google Shape;1637;p41"/>
          <p:cNvSpPr txBox="1">
            <a:spLocks noGrp="1"/>
          </p:cNvSpPr>
          <p:nvPr>
            <p:ph type="subTitle" idx="2"/>
          </p:nvPr>
        </p:nvSpPr>
        <p:spPr>
          <a:xfrm>
            <a:off x="1803800" y="2372499"/>
            <a:ext cx="2628090" cy="232597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600" b="0" i="0" dirty="0">
                <a:solidFill>
                  <a:schemeClr val="tx1"/>
                </a:solidFill>
                <a:effectLst/>
                <a:latin typeface="Söhne"/>
              </a:rPr>
              <a:t> </a:t>
            </a:r>
            <a:endParaRPr sz="1600" dirty="0">
              <a:solidFill>
                <a:schemeClr val="tx1"/>
              </a:solidFill>
            </a:endParaRPr>
          </a:p>
        </p:txBody>
      </p:sp>
      <p:sp>
        <p:nvSpPr>
          <p:cNvPr id="1638" name="Google Shape;1638;p41"/>
          <p:cNvSpPr txBox="1">
            <a:spLocks noGrp="1"/>
          </p:cNvSpPr>
          <p:nvPr>
            <p:ph type="subTitle" idx="3"/>
          </p:nvPr>
        </p:nvSpPr>
        <p:spPr>
          <a:xfrm>
            <a:off x="4999908" y="2048488"/>
            <a:ext cx="23403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 </a:t>
            </a:r>
            <a:endParaRPr dirty="0"/>
          </a:p>
        </p:txBody>
      </p:sp>
      <p:sp>
        <p:nvSpPr>
          <p:cNvPr id="3" name="Subtitle 2">
            <a:extLst>
              <a:ext uri="{FF2B5EF4-FFF2-40B4-BE49-F238E27FC236}">
                <a16:creationId xmlns:a16="http://schemas.microsoft.com/office/drawing/2014/main" id="{A0DD3766-9A65-4620-0ADB-4B649A65622B}"/>
              </a:ext>
            </a:extLst>
          </p:cNvPr>
          <p:cNvSpPr>
            <a:spLocks noGrp="1"/>
          </p:cNvSpPr>
          <p:nvPr>
            <p:ph type="subTitle" idx="4"/>
          </p:nvPr>
        </p:nvSpPr>
        <p:spPr/>
        <p:txBody>
          <a:bodyPr/>
          <a:lstStyle/>
          <a:p>
            <a:r>
              <a:rPr lang="en-US" dirty="0"/>
              <a:t> </a:t>
            </a:r>
          </a:p>
        </p:txBody>
      </p:sp>
      <p:sp>
        <p:nvSpPr>
          <p:cNvPr id="5" name="TextBox 4">
            <a:extLst>
              <a:ext uri="{FF2B5EF4-FFF2-40B4-BE49-F238E27FC236}">
                <a16:creationId xmlns:a16="http://schemas.microsoft.com/office/drawing/2014/main" id="{B5162729-7DAA-BE4D-2311-41877366EAE8}"/>
              </a:ext>
            </a:extLst>
          </p:cNvPr>
          <p:cNvSpPr txBox="1"/>
          <p:nvPr/>
        </p:nvSpPr>
        <p:spPr>
          <a:xfrm>
            <a:off x="887053" y="1608492"/>
            <a:ext cx="2628089" cy="1631216"/>
          </a:xfrm>
          <a:prstGeom prst="rect">
            <a:avLst/>
          </a:prstGeom>
          <a:noFill/>
        </p:spPr>
        <p:txBody>
          <a:bodyPr wrap="square">
            <a:spAutoFit/>
          </a:bodyPr>
          <a:lstStyle/>
          <a:p>
            <a:r>
              <a:rPr lang="en-US" sz="2000" dirty="0">
                <a:solidFill>
                  <a:schemeClr val="tx1"/>
                </a:solidFill>
                <a:latin typeface="Söhne"/>
              </a:rPr>
              <a:t>-</a:t>
            </a:r>
            <a:r>
              <a:rPr lang="en-US" sz="2000" dirty="0" err="1">
                <a:solidFill>
                  <a:schemeClr val="tx1"/>
                </a:solidFill>
                <a:latin typeface="Söhne"/>
              </a:rPr>
              <a:t>WorkWise</a:t>
            </a:r>
            <a:r>
              <a:rPr lang="en-US" sz="2000" dirty="0">
                <a:solidFill>
                  <a:schemeClr val="tx1"/>
                </a:solidFill>
                <a:latin typeface="Söhne"/>
              </a:rPr>
              <a:t> </a:t>
            </a:r>
            <a:r>
              <a:rPr lang="en-US" sz="2000" dirty="0" err="1">
                <a:solidFill>
                  <a:schemeClr val="tx1"/>
                </a:solidFill>
                <a:latin typeface="Söhne"/>
              </a:rPr>
              <a:t>được</a:t>
            </a:r>
            <a:r>
              <a:rPr lang="en-US" sz="2000" dirty="0">
                <a:solidFill>
                  <a:schemeClr val="tx1"/>
                </a:solidFill>
                <a:latin typeface="Söhne"/>
              </a:rPr>
              <a:t> </a:t>
            </a:r>
            <a:r>
              <a:rPr lang="en-US" sz="2000" dirty="0" err="1">
                <a:solidFill>
                  <a:schemeClr val="tx1"/>
                </a:solidFill>
                <a:latin typeface="Söhne"/>
              </a:rPr>
              <a:t>thiết</a:t>
            </a:r>
            <a:r>
              <a:rPr lang="en-US" sz="2000" dirty="0">
                <a:solidFill>
                  <a:schemeClr val="tx1"/>
                </a:solidFill>
                <a:latin typeface="Söhne"/>
              </a:rPr>
              <a:t> </a:t>
            </a:r>
            <a:r>
              <a:rPr lang="en-US" sz="2000" dirty="0" err="1">
                <a:solidFill>
                  <a:schemeClr val="tx1"/>
                </a:solidFill>
                <a:latin typeface="Söhne"/>
              </a:rPr>
              <a:t>kết</a:t>
            </a:r>
            <a:r>
              <a:rPr lang="en-US" sz="2000" dirty="0">
                <a:solidFill>
                  <a:schemeClr val="tx1"/>
                </a:solidFill>
                <a:latin typeface="Söhne"/>
              </a:rPr>
              <a:t> </a:t>
            </a:r>
            <a:r>
              <a:rPr lang="en-US" sz="2000" dirty="0" err="1">
                <a:solidFill>
                  <a:schemeClr val="tx1"/>
                </a:solidFill>
                <a:latin typeface="Söhne"/>
              </a:rPr>
              <a:t>dựa</a:t>
            </a:r>
            <a:r>
              <a:rPr lang="en-US" sz="2000" dirty="0">
                <a:solidFill>
                  <a:schemeClr val="tx1"/>
                </a:solidFill>
                <a:latin typeface="Söhne"/>
              </a:rPr>
              <a:t> </a:t>
            </a:r>
            <a:r>
              <a:rPr lang="en-US" sz="2000" dirty="0" err="1">
                <a:solidFill>
                  <a:schemeClr val="tx1"/>
                </a:solidFill>
                <a:latin typeface="Söhne"/>
              </a:rPr>
              <a:t>trên</a:t>
            </a:r>
            <a:r>
              <a:rPr lang="en-US" sz="2000" dirty="0">
                <a:solidFill>
                  <a:schemeClr val="tx1"/>
                </a:solidFill>
                <a:latin typeface="Söhne"/>
              </a:rPr>
              <a:t> </a:t>
            </a:r>
            <a:r>
              <a:rPr lang="en-US" sz="2000" dirty="0" err="1">
                <a:solidFill>
                  <a:schemeClr val="tx1"/>
                </a:solidFill>
                <a:latin typeface="Söhne"/>
              </a:rPr>
              <a:t>tiêu</a:t>
            </a:r>
            <a:r>
              <a:rPr lang="en-US" sz="2000" dirty="0">
                <a:solidFill>
                  <a:schemeClr val="tx1"/>
                </a:solidFill>
                <a:latin typeface="Söhne"/>
              </a:rPr>
              <a:t> </a:t>
            </a:r>
            <a:r>
              <a:rPr lang="en-US" sz="2000" dirty="0" err="1">
                <a:solidFill>
                  <a:schemeClr val="tx1"/>
                </a:solidFill>
                <a:latin typeface="Söhne"/>
              </a:rPr>
              <a:t>chí</a:t>
            </a:r>
            <a:r>
              <a:rPr lang="en-US" sz="2000" dirty="0">
                <a:solidFill>
                  <a:schemeClr val="tx1"/>
                </a:solidFill>
                <a:latin typeface="Söhne"/>
              </a:rPr>
              <a:t> </a:t>
            </a:r>
            <a:r>
              <a:rPr lang="en-US" sz="2000" dirty="0" err="1">
                <a:solidFill>
                  <a:schemeClr val="tx1"/>
                </a:solidFill>
                <a:latin typeface="Söhne"/>
              </a:rPr>
              <a:t>dễ</a:t>
            </a:r>
            <a:r>
              <a:rPr lang="en-US" sz="2000" dirty="0">
                <a:solidFill>
                  <a:schemeClr val="tx1"/>
                </a:solidFill>
                <a:latin typeface="Söhne"/>
              </a:rPr>
              <a:t> </a:t>
            </a:r>
            <a:r>
              <a:rPr lang="en-US" sz="2000" dirty="0" err="1">
                <a:solidFill>
                  <a:schemeClr val="tx1"/>
                </a:solidFill>
                <a:latin typeface="Söhne"/>
              </a:rPr>
              <a:t>sử</a:t>
            </a:r>
            <a:r>
              <a:rPr lang="en-US" sz="2000" dirty="0">
                <a:solidFill>
                  <a:schemeClr val="tx1"/>
                </a:solidFill>
                <a:latin typeface="Söhne"/>
              </a:rPr>
              <a:t> </a:t>
            </a:r>
            <a:r>
              <a:rPr lang="en-US" sz="2000" dirty="0" err="1">
                <a:solidFill>
                  <a:schemeClr val="tx1"/>
                </a:solidFill>
                <a:latin typeface="Söhne"/>
              </a:rPr>
              <a:t>dụng.Hướng</a:t>
            </a:r>
            <a:r>
              <a:rPr lang="en-US" sz="2000" dirty="0">
                <a:solidFill>
                  <a:schemeClr val="tx1"/>
                </a:solidFill>
                <a:latin typeface="Söhne"/>
              </a:rPr>
              <a:t> </a:t>
            </a:r>
            <a:r>
              <a:rPr lang="en-US" sz="2000" dirty="0" err="1">
                <a:solidFill>
                  <a:schemeClr val="tx1"/>
                </a:solidFill>
                <a:latin typeface="Söhne"/>
              </a:rPr>
              <a:t>đến</a:t>
            </a:r>
            <a:r>
              <a:rPr lang="en-US" sz="2000" dirty="0">
                <a:solidFill>
                  <a:schemeClr val="tx1"/>
                </a:solidFill>
                <a:latin typeface="Söhne"/>
              </a:rPr>
              <a:t> </a:t>
            </a:r>
            <a:r>
              <a:rPr lang="en-US" sz="2000" dirty="0" err="1">
                <a:solidFill>
                  <a:schemeClr val="tx1"/>
                </a:solidFill>
                <a:latin typeface="Söhne"/>
              </a:rPr>
              <a:t>tính</a:t>
            </a:r>
            <a:r>
              <a:rPr lang="en-US" sz="2000" dirty="0">
                <a:solidFill>
                  <a:schemeClr val="tx1"/>
                </a:solidFill>
                <a:latin typeface="Söhne"/>
              </a:rPr>
              <a:t> </a:t>
            </a:r>
            <a:r>
              <a:rPr lang="en-US" sz="2000" dirty="0" err="1">
                <a:solidFill>
                  <a:schemeClr val="tx1"/>
                </a:solidFill>
                <a:latin typeface="Söhne"/>
              </a:rPr>
              <a:t>thân</a:t>
            </a:r>
            <a:r>
              <a:rPr lang="en-US" sz="2000" dirty="0">
                <a:solidFill>
                  <a:schemeClr val="tx1"/>
                </a:solidFill>
                <a:latin typeface="Söhne"/>
              </a:rPr>
              <a:t> </a:t>
            </a:r>
            <a:r>
              <a:rPr lang="en-US" sz="2000" dirty="0" err="1">
                <a:solidFill>
                  <a:schemeClr val="tx1"/>
                </a:solidFill>
                <a:latin typeface="Söhne"/>
              </a:rPr>
              <a:t>thiện</a:t>
            </a:r>
            <a:r>
              <a:rPr lang="en-US" sz="2000" dirty="0">
                <a:solidFill>
                  <a:schemeClr val="tx1"/>
                </a:solidFill>
                <a:latin typeface="Söhne"/>
              </a:rPr>
              <a:t> </a:t>
            </a:r>
            <a:r>
              <a:rPr lang="en-US" sz="2000" dirty="0" err="1">
                <a:solidFill>
                  <a:schemeClr val="tx1"/>
                </a:solidFill>
                <a:latin typeface="Söhne"/>
              </a:rPr>
              <a:t>với</a:t>
            </a:r>
            <a:r>
              <a:rPr lang="en-US" sz="2000" dirty="0">
                <a:solidFill>
                  <a:schemeClr val="tx1"/>
                </a:solidFill>
                <a:latin typeface="Söhne"/>
              </a:rPr>
              <a:t> </a:t>
            </a:r>
            <a:r>
              <a:rPr lang="en-US" sz="2000" dirty="0" err="1">
                <a:solidFill>
                  <a:schemeClr val="tx1"/>
                </a:solidFill>
                <a:latin typeface="Söhne"/>
              </a:rPr>
              <a:t>người</a:t>
            </a:r>
            <a:r>
              <a:rPr lang="en-US" sz="2000" dirty="0">
                <a:solidFill>
                  <a:schemeClr val="tx1"/>
                </a:solidFill>
                <a:latin typeface="Söhne"/>
              </a:rPr>
              <a:t> </a:t>
            </a:r>
            <a:r>
              <a:rPr lang="en-US" sz="2000" dirty="0" err="1">
                <a:solidFill>
                  <a:schemeClr val="tx1"/>
                </a:solidFill>
                <a:latin typeface="Söhne"/>
              </a:rPr>
              <a:t>dùng</a:t>
            </a:r>
            <a:endParaRPr lang="en-US" sz="2000" dirty="0">
              <a:solidFill>
                <a:schemeClr val="tx1"/>
              </a:solidFill>
            </a:endParaRPr>
          </a:p>
        </p:txBody>
      </p:sp>
      <p:sp>
        <p:nvSpPr>
          <p:cNvPr id="6" name="Google Shape;2996;p55">
            <a:extLst>
              <a:ext uri="{FF2B5EF4-FFF2-40B4-BE49-F238E27FC236}">
                <a16:creationId xmlns:a16="http://schemas.microsoft.com/office/drawing/2014/main" id="{45372B83-B3CB-E1A7-8967-5E477DE97FA0}"/>
              </a:ext>
            </a:extLst>
          </p:cNvPr>
          <p:cNvSpPr/>
          <p:nvPr/>
        </p:nvSpPr>
        <p:spPr>
          <a:xfrm>
            <a:off x="6537645" y="610879"/>
            <a:ext cx="2088884" cy="3680750"/>
          </a:xfrm>
          <a:prstGeom prst="roundRect">
            <a:avLst>
              <a:gd name="adj" fmla="val 6295"/>
            </a:avLst>
          </a:prstGeom>
          <a:solidFill>
            <a:schemeClr val="accent3"/>
          </a:solidFill>
          <a:ln w="1905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tx1"/>
              </a:solidFill>
            </a:endParaRPr>
          </a:p>
        </p:txBody>
      </p:sp>
      <p:grpSp>
        <p:nvGrpSpPr>
          <p:cNvPr id="8" name="Google Shape;2998;p55">
            <a:extLst>
              <a:ext uri="{FF2B5EF4-FFF2-40B4-BE49-F238E27FC236}">
                <a16:creationId xmlns:a16="http://schemas.microsoft.com/office/drawing/2014/main" id="{ABB085F7-AA38-F714-1AB0-5A259262259E}"/>
              </a:ext>
            </a:extLst>
          </p:cNvPr>
          <p:cNvGrpSpPr/>
          <p:nvPr/>
        </p:nvGrpSpPr>
        <p:grpSpPr>
          <a:xfrm>
            <a:off x="6691025" y="653281"/>
            <a:ext cx="1823101" cy="3557588"/>
            <a:chOff x="2524446" y="633821"/>
            <a:chExt cx="1848539" cy="3827596"/>
          </a:xfrm>
        </p:grpSpPr>
        <p:sp>
          <p:nvSpPr>
            <p:cNvPr id="9" name="Google Shape;2999;p55">
              <a:extLst>
                <a:ext uri="{FF2B5EF4-FFF2-40B4-BE49-F238E27FC236}">
                  <a16:creationId xmlns:a16="http://schemas.microsoft.com/office/drawing/2014/main" id="{5C1599E0-3C09-B4D0-19E8-81E2F2F2B89B}"/>
                </a:ext>
              </a:extLst>
            </p:cNvPr>
            <p:cNvSpPr/>
            <p:nvPr/>
          </p:nvSpPr>
          <p:spPr>
            <a:xfrm>
              <a:off x="2524446" y="759146"/>
              <a:ext cx="1848539" cy="3402504"/>
            </a:xfrm>
            <a:custGeom>
              <a:avLst/>
              <a:gdLst/>
              <a:ahLst/>
              <a:cxnLst/>
              <a:rect l="l" t="t" r="r" b="b"/>
              <a:pathLst>
                <a:path w="32538" h="60944" extrusionOk="0">
                  <a:moveTo>
                    <a:pt x="427" y="0"/>
                  </a:moveTo>
                  <a:cubicBezTo>
                    <a:pt x="198" y="0"/>
                    <a:pt x="1" y="197"/>
                    <a:pt x="1" y="426"/>
                  </a:cubicBezTo>
                  <a:lnTo>
                    <a:pt x="1" y="60533"/>
                  </a:lnTo>
                  <a:cubicBezTo>
                    <a:pt x="1" y="60763"/>
                    <a:pt x="198" y="60943"/>
                    <a:pt x="427" y="60943"/>
                  </a:cubicBezTo>
                  <a:lnTo>
                    <a:pt x="32128" y="60943"/>
                  </a:lnTo>
                  <a:cubicBezTo>
                    <a:pt x="32357" y="60943"/>
                    <a:pt x="32538" y="60763"/>
                    <a:pt x="32538" y="60533"/>
                  </a:cubicBezTo>
                  <a:lnTo>
                    <a:pt x="32538" y="426"/>
                  </a:lnTo>
                  <a:cubicBezTo>
                    <a:pt x="32538" y="197"/>
                    <a:pt x="32357" y="0"/>
                    <a:pt x="32128" y="0"/>
                  </a:cubicBezTo>
                  <a:close/>
                </a:path>
              </a:pathLst>
            </a:custGeom>
            <a:solidFill>
              <a:schemeClr val="accent1"/>
            </a:solidFill>
            <a:ln>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3000;p55">
              <a:extLst>
                <a:ext uri="{FF2B5EF4-FFF2-40B4-BE49-F238E27FC236}">
                  <a16:creationId xmlns:a16="http://schemas.microsoft.com/office/drawing/2014/main" id="{58F5A7BC-24C1-FA06-D88D-5CDEE1DACC51}"/>
                </a:ext>
              </a:extLst>
            </p:cNvPr>
            <p:cNvSpPr/>
            <p:nvPr/>
          </p:nvSpPr>
          <p:spPr>
            <a:xfrm>
              <a:off x="3322396" y="4267278"/>
              <a:ext cx="225892" cy="194139"/>
            </a:xfrm>
            <a:custGeom>
              <a:avLst/>
              <a:gdLst/>
              <a:ahLst/>
              <a:cxnLst/>
              <a:rect l="l" t="t" r="r" b="b"/>
              <a:pathLst>
                <a:path w="3870" h="3326" extrusionOk="0">
                  <a:moveTo>
                    <a:pt x="2214" y="358"/>
                  </a:moveTo>
                  <a:lnTo>
                    <a:pt x="2214" y="375"/>
                  </a:lnTo>
                  <a:cubicBezTo>
                    <a:pt x="2935" y="375"/>
                    <a:pt x="3509" y="948"/>
                    <a:pt x="3525" y="1670"/>
                  </a:cubicBezTo>
                  <a:cubicBezTo>
                    <a:pt x="3525" y="2456"/>
                    <a:pt x="2882" y="2973"/>
                    <a:pt x="2212" y="2973"/>
                  </a:cubicBezTo>
                  <a:cubicBezTo>
                    <a:pt x="1890" y="2973"/>
                    <a:pt x="1562" y="2853"/>
                    <a:pt x="1296" y="2587"/>
                  </a:cubicBezTo>
                  <a:cubicBezTo>
                    <a:pt x="476" y="1768"/>
                    <a:pt x="1066" y="358"/>
                    <a:pt x="2214" y="358"/>
                  </a:cubicBezTo>
                  <a:close/>
                  <a:moveTo>
                    <a:pt x="2197" y="1"/>
                  </a:moveTo>
                  <a:cubicBezTo>
                    <a:pt x="1793" y="1"/>
                    <a:pt x="1383" y="152"/>
                    <a:pt x="1050" y="489"/>
                  </a:cubicBezTo>
                  <a:cubicBezTo>
                    <a:pt x="1" y="1538"/>
                    <a:pt x="739" y="3325"/>
                    <a:pt x="2214" y="3325"/>
                  </a:cubicBezTo>
                  <a:cubicBezTo>
                    <a:pt x="3132" y="3325"/>
                    <a:pt x="3869" y="2587"/>
                    <a:pt x="3869" y="1670"/>
                  </a:cubicBezTo>
                  <a:cubicBezTo>
                    <a:pt x="3869" y="669"/>
                    <a:pt x="3048" y="1"/>
                    <a:pt x="2197" y="1"/>
                  </a:cubicBezTo>
                  <a:close/>
                </a:path>
              </a:pathLst>
            </a:custGeom>
            <a:solidFill>
              <a:schemeClr val="accent1"/>
            </a:solidFill>
            <a:ln>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001;p55">
              <a:extLst>
                <a:ext uri="{FF2B5EF4-FFF2-40B4-BE49-F238E27FC236}">
                  <a16:creationId xmlns:a16="http://schemas.microsoft.com/office/drawing/2014/main" id="{D4C5ACEC-5EFF-EFBC-D4B4-06A43E8AC269}"/>
                </a:ext>
              </a:extLst>
            </p:cNvPr>
            <p:cNvSpPr/>
            <p:nvPr/>
          </p:nvSpPr>
          <p:spPr>
            <a:xfrm>
              <a:off x="2778972" y="4354191"/>
              <a:ext cx="193321" cy="21072"/>
            </a:xfrm>
            <a:custGeom>
              <a:avLst/>
              <a:gdLst/>
              <a:ahLst/>
              <a:cxnLst/>
              <a:rect l="l" t="t" r="r" b="b"/>
              <a:pathLst>
                <a:path w="3312" h="361" extrusionOk="0">
                  <a:moveTo>
                    <a:pt x="1" y="0"/>
                  </a:moveTo>
                  <a:lnTo>
                    <a:pt x="1" y="361"/>
                  </a:lnTo>
                  <a:lnTo>
                    <a:pt x="3312" y="361"/>
                  </a:lnTo>
                  <a:lnTo>
                    <a:pt x="3312" y="0"/>
                  </a:lnTo>
                  <a:close/>
                </a:path>
              </a:pathLst>
            </a:custGeom>
            <a:solidFill>
              <a:schemeClr val="accent1"/>
            </a:solidFill>
            <a:ln>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002;p55">
              <a:extLst>
                <a:ext uri="{FF2B5EF4-FFF2-40B4-BE49-F238E27FC236}">
                  <a16:creationId xmlns:a16="http://schemas.microsoft.com/office/drawing/2014/main" id="{5CD92364-D052-E8D9-0E03-CE601DBE32F5}"/>
                </a:ext>
              </a:extLst>
            </p:cNvPr>
            <p:cNvSpPr/>
            <p:nvPr/>
          </p:nvSpPr>
          <p:spPr>
            <a:xfrm>
              <a:off x="3929970" y="4307320"/>
              <a:ext cx="141664" cy="113880"/>
            </a:xfrm>
            <a:custGeom>
              <a:avLst/>
              <a:gdLst/>
              <a:ahLst/>
              <a:cxnLst/>
              <a:rect l="l" t="t" r="r" b="b"/>
              <a:pathLst>
                <a:path w="2427" h="1951" extrusionOk="0">
                  <a:moveTo>
                    <a:pt x="2328" y="0"/>
                  </a:moveTo>
                  <a:lnTo>
                    <a:pt x="328" y="656"/>
                  </a:lnTo>
                  <a:cubicBezTo>
                    <a:pt x="148" y="688"/>
                    <a:pt x="0" y="836"/>
                    <a:pt x="0" y="1033"/>
                  </a:cubicBezTo>
                  <a:cubicBezTo>
                    <a:pt x="0" y="1197"/>
                    <a:pt x="132" y="1328"/>
                    <a:pt x="361" y="1393"/>
                  </a:cubicBezTo>
                  <a:lnTo>
                    <a:pt x="2328" y="1951"/>
                  </a:lnTo>
                  <a:lnTo>
                    <a:pt x="2426" y="1606"/>
                  </a:lnTo>
                  <a:lnTo>
                    <a:pt x="459" y="1049"/>
                  </a:lnTo>
                  <a:cubicBezTo>
                    <a:pt x="427" y="1049"/>
                    <a:pt x="394" y="1033"/>
                    <a:pt x="377" y="1016"/>
                  </a:cubicBezTo>
                  <a:lnTo>
                    <a:pt x="427" y="1000"/>
                  </a:lnTo>
                  <a:lnTo>
                    <a:pt x="2426" y="344"/>
                  </a:lnTo>
                  <a:lnTo>
                    <a:pt x="2328" y="0"/>
                  </a:lnTo>
                  <a:close/>
                </a:path>
              </a:pathLst>
            </a:custGeom>
            <a:solidFill>
              <a:schemeClr val="accent1"/>
            </a:solidFill>
            <a:ln>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3003;p55">
              <a:extLst>
                <a:ext uri="{FF2B5EF4-FFF2-40B4-BE49-F238E27FC236}">
                  <a16:creationId xmlns:a16="http://schemas.microsoft.com/office/drawing/2014/main" id="{EDA4F7AD-F48C-DCA4-4F3D-B1934D96043B}"/>
                </a:ext>
              </a:extLst>
            </p:cNvPr>
            <p:cNvSpPr/>
            <p:nvPr/>
          </p:nvSpPr>
          <p:spPr>
            <a:xfrm>
              <a:off x="3157394" y="633821"/>
              <a:ext cx="555916" cy="33504"/>
            </a:xfrm>
            <a:custGeom>
              <a:avLst/>
              <a:gdLst/>
              <a:ahLst/>
              <a:cxnLst/>
              <a:rect l="l" t="t" r="r" b="b"/>
              <a:pathLst>
                <a:path w="9524" h="574" extrusionOk="0">
                  <a:moveTo>
                    <a:pt x="164" y="0"/>
                  </a:moveTo>
                  <a:cubicBezTo>
                    <a:pt x="82" y="0"/>
                    <a:pt x="0" y="82"/>
                    <a:pt x="0" y="164"/>
                  </a:cubicBezTo>
                  <a:lnTo>
                    <a:pt x="0" y="410"/>
                  </a:lnTo>
                  <a:cubicBezTo>
                    <a:pt x="0" y="492"/>
                    <a:pt x="82" y="574"/>
                    <a:pt x="164" y="574"/>
                  </a:cubicBezTo>
                  <a:lnTo>
                    <a:pt x="9359" y="574"/>
                  </a:lnTo>
                  <a:cubicBezTo>
                    <a:pt x="9458" y="574"/>
                    <a:pt x="9523" y="492"/>
                    <a:pt x="9523" y="410"/>
                  </a:cubicBezTo>
                  <a:lnTo>
                    <a:pt x="9523" y="164"/>
                  </a:lnTo>
                  <a:cubicBezTo>
                    <a:pt x="9523" y="82"/>
                    <a:pt x="9458" y="0"/>
                    <a:pt x="9359" y="0"/>
                  </a:cubicBezTo>
                  <a:close/>
                </a:path>
              </a:pathLst>
            </a:custGeom>
            <a:solidFill>
              <a:schemeClr val="accent1"/>
            </a:solidFill>
            <a:ln>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 name="Picture 6">
            <a:extLst>
              <a:ext uri="{FF2B5EF4-FFF2-40B4-BE49-F238E27FC236}">
                <a16:creationId xmlns:a16="http://schemas.microsoft.com/office/drawing/2014/main" id="{CDC1A413-0484-D8B3-D521-FC78BCB8F59A}"/>
              </a:ext>
            </a:extLst>
          </p:cNvPr>
          <p:cNvPicPr>
            <a:picLocks noChangeAspect="1"/>
          </p:cNvPicPr>
          <p:nvPr/>
        </p:nvPicPr>
        <p:blipFill>
          <a:blip r:embed="rId3"/>
          <a:stretch>
            <a:fillRect/>
          </a:stretch>
        </p:blipFill>
        <p:spPr>
          <a:xfrm>
            <a:off x="6663078" y="743676"/>
            <a:ext cx="1878993" cy="3192278"/>
          </a:xfrm>
          <a:prstGeom prst="rect">
            <a:avLst/>
          </a:prstGeom>
          <a:ln>
            <a:solidFill>
              <a:schemeClr val="tx1"/>
            </a:solidFill>
          </a:ln>
        </p:spPr>
      </p:pic>
    </p:spTree>
    <p:extLst>
      <p:ext uri="{BB962C8B-B14F-4D97-AF65-F5344CB8AC3E}">
        <p14:creationId xmlns:p14="http://schemas.microsoft.com/office/powerpoint/2010/main" val="36483200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34"/>
        <p:cNvGrpSpPr/>
        <p:nvPr/>
      </p:nvGrpSpPr>
      <p:grpSpPr>
        <a:xfrm>
          <a:off x="0" y="0"/>
          <a:ext cx="0" cy="0"/>
          <a:chOff x="0" y="0"/>
          <a:chExt cx="0" cy="0"/>
        </a:xfrm>
      </p:grpSpPr>
      <p:sp>
        <p:nvSpPr>
          <p:cNvPr id="1635" name="Google Shape;1635;p41"/>
          <p:cNvSpPr txBox="1">
            <a:spLocks noGrp="1"/>
          </p:cNvSpPr>
          <p:nvPr>
            <p:ph type="title"/>
          </p:nvPr>
        </p:nvSpPr>
        <p:spPr>
          <a:xfrm>
            <a:off x="720000" y="445025"/>
            <a:ext cx="3424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Sự</a:t>
            </a:r>
            <a:r>
              <a:rPr lang="en-US" dirty="0"/>
              <a:t> </a:t>
            </a:r>
            <a:r>
              <a:rPr lang="en-US" dirty="0" err="1"/>
              <a:t>Khác</a:t>
            </a:r>
            <a:r>
              <a:rPr lang="en-US" dirty="0"/>
              <a:t> </a:t>
            </a:r>
            <a:r>
              <a:rPr lang="en-US" dirty="0" err="1"/>
              <a:t>Biệt</a:t>
            </a:r>
            <a:endParaRPr dirty="0"/>
          </a:p>
        </p:txBody>
      </p:sp>
      <p:sp>
        <p:nvSpPr>
          <p:cNvPr id="1636" name="Google Shape;1636;p41"/>
          <p:cNvSpPr txBox="1">
            <a:spLocks noGrp="1"/>
          </p:cNvSpPr>
          <p:nvPr>
            <p:ph type="subTitle" idx="1"/>
          </p:nvPr>
        </p:nvSpPr>
        <p:spPr>
          <a:xfrm>
            <a:off x="720000" y="1141837"/>
            <a:ext cx="5083490" cy="7902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000" dirty="0">
                <a:solidFill>
                  <a:schemeClr val="tx1"/>
                </a:solidFill>
                <a:latin typeface="Söhne"/>
              </a:rPr>
              <a:t>b)</a:t>
            </a:r>
            <a:r>
              <a:rPr lang="en-US" sz="2000" dirty="0" err="1">
                <a:solidFill>
                  <a:schemeClr val="tx1"/>
                </a:solidFill>
                <a:latin typeface="Söhne"/>
              </a:rPr>
              <a:t>Sử</a:t>
            </a:r>
            <a:r>
              <a:rPr lang="en-US" sz="2000" dirty="0">
                <a:solidFill>
                  <a:schemeClr val="tx1"/>
                </a:solidFill>
                <a:latin typeface="Söhne"/>
              </a:rPr>
              <a:t> </a:t>
            </a:r>
            <a:r>
              <a:rPr lang="en-US" sz="2000" dirty="0" err="1">
                <a:solidFill>
                  <a:schemeClr val="tx1"/>
                </a:solidFill>
                <a:latin typeface="Söhne"/>
              </a:rPr>
              <a:t>dụng</a:t>
            </a:r>
            <a:r>
              <a:rPr lang="en-US" sz="2000" dirty="0">
                <a:solidFill>
                  <a:schemeClr val="tx1"/>
                </a:solidFill>
                <a:latin typeface="Söhne"/>
              </a:rPr>
              <a:t> AI </a:t>
            </a:r>
            <a:r>
              <a:rPr lang="en-US" sz="2000" dirty="0" err="1">
                <a:solidFill>
                  <a:schemeClr val="tx1"/>
                </a:solidFill>
                <a:latin typeface="Söhne"/>
              </a:rPr>
              <a:t>để</a:t>
            </a:r>
            <a:r>
              <a:rPr lang="en-US" sz="2000" dirty="0">
                <a:solidFill>
                  <a:schemeClr val="tx1"/>
                </a:solidFill>
                <a:latin typeface="Söhne"/>
              </a:rPr>
              <a:t> </a:t>
            </a:r>
            <a:r>
              <a:rPr lang="en-US" sz="2000" dirty="0" err="1">
                <a:solidFill>
                  <a:schemeClr val="tx1"/>
                </a:solidFill>
                <a:latin typeface="Söhne"/>
              </a:rPr>
              <a:t>phân</a:t>
            </a:r>
            <a:r>
              <a:rPr lang="en-US" sz="2000" dirty="0">
                <a:solidFill>
                  <a:schemeClr val="tx1"/>
                </a:solidFill>
                <a:latin typeface="Söhne"/>
              </a:rPr>
              <a:t> </a:t>
            </a:r>
            <a:r>
              <a:rPr lang="en-US" sz="2000" dirty="0" err="1">
                <a:solidFill>
                  <a:schemeClr val="tx1"/>
                </a:solidFill>
                <a:latin typeface="Söhne"/>
              </a:rPr>
              <a:t>tích</a:t>
            </a:r>
            <a:r>
              <a:rPr lang="en-US" sz="2000" dirty="0">
                <a:solidFill>
                  <a:schemeClr val="tx1"/>
                </a:solidFill>
                <a:latin typeface="Söhne"/>
              </a:rPr>
              <a:t> </a:t>
            </a:r>
            <a:r>
              <a:rPr lang="en-US" sz="2000" dirty="0" err="1">
                <a:solidFill>
                  <a:schemeClr val="tx1"/>
                </a:solidFill>
                <a:latin typeface="Söhne"/>
              </a:rPr>
              <a:t>và</a:t>
            </a:r>
            <a:r>
              <a:rPr lang="en-US" sz="2000" dirty="0">
                <a:solidFill>
                  <a:schemeClr val="tx1"/>
                </a:solidFill>
                <a:latin typeface="Söhne"/>
              </a:rPr>
              <a:t> </a:t>
            </a:r>
            <a:r>
              <a:rPr lang="en-US" sz="2000" dirty="0" err="1">
                <a:solidFill>
                  <a:schemeClr val="tx1"/>
                </a:solidFill>
                <a:latin typeface="Söhne"/>
              </a:rPr>
              <a:t>tính</a:t>
            </a:r>
            <a:r>
              <a:rPr lang="en-US" sz="2000" dirty="0">
                <a:solidFill>
                  <a:schemeClr val="tx1"/>
                </a:solidFill>
                <a:latin typeface="Söhne"/>
              </a:rPr>
              <a:t> </a:t>
            </a:r>
            <a:r>
              <a:rPr lang="en-US" sz="2000" dirty="0" err="1">
                <a:solidFill>
                  <a:schemeClr val="tx1"/>
                </a:solidFill>
                <a:latin typeface="Söhne"/>
              </a:rPr>
              <a:t>hiệu</a:t>
            </a:r>
            <a:r>
              <a:rPr lang="en-US" sz="2000" dirty="0">
                <a:solidFill>
                  <a:schemeClr val="tx1"/>
                </a:solidFill>
                <a:latin typeface="Söhne"/>
              </a:rPr>
              <a:t> </a:t>
            </a:r>
            <a:r>
              <a:rPr lang="en-US" sz="2000" dirty="0" err="1">
                <a:solidFill>
                  <a:schemeClr val="tx1"/>
                </a:solidFill>
                <a:latin typeface="Söhne"/>
              </a:rPr>
              <a:t>suất</a:t>
            </a:r>
            <a:r>
              <a:rPr lang="en-US" sz="2000" dirty="0">
                <a:solidFill>
                  <a:schemeClr val="tx1"/>
                </a:solidFill>
                <a:latin typeface="Söhne"/>
              </a:rPr>
              <a:t> </a:t>
            </a:r>
            <a:r>
              <a:rPr lang="en-US" sz="2000" dirty="0" err="1">
                <a:solidFill>
                  <a:schemeClr val="tx1"/>
                </a:solidFill>
                <a:latin typeface="Söhne"/>
              </a:rPr>
              <a:t>người</a:t>
            </a:r>
            <a:r>
              <a:rPr lang="en-US" sz="2000" dirty="0">
                <a:solidFill>
                  <a:schemeClr val="tx1"/>
                </a:solidFill>
                <a:latin typeface="Söhne"/>
              </a:rPr>
              <a:t> </a:t>
            </a:r>
            <a:r>
              <a:rPr lang="en-US" sz="2000" dirty="0" err="1">
                <a:solidFill>
                  <a:schemeClr val="tx1"/>
                </a:solidFill>
                <a:latin typeface="Söhne"/>
              </a:rPr>
              <a:t>dùng</a:t>
            </a:r>
            <a:endParaRPr sz="1600" dirty="0">
              <a:solidFill>
                <a:schemeClr val="tx1"/>
              </a:solidFill>
            </a:endParaRPr>
          </a:p>
        </p:txBody>
      </p:sp>
      <p:sp>
        <p:nvSpPr>
          <p:cNvPr id="1637" name="Google Shape;1637;p41"/>
          <p:cNvSpPr txBox="1">
            <a:spLocks noGrp="1"/>
          </p:cNvSpPr>
          <p:nvPr>
            <p:ph type="subTitle" idx="2"/>
          </p:nvPr>
        </p:nvSpPr>
        <p:spPr>
          <a:xfrm>
            <a:off x="1803800" y="2372499"/>
            <a:ext cx="2628090" cy="232597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600" b="0" i="0" dirty="0">
                <a:solidFill>
                  <a:schemeClr val="tx1"/>
                </a:solidFill>
                <a:effectLst/>
                <a:latin typeface="Söhne"/>
              </a:rPr>
              <a:t> </a:t>
            </a:r>
            <a:endParaRPr sz="1600" dirty="0">
              <a:solidFill>
                <a:schemeClr val="tx1"/>
              </a:solidFill>
            </a:endParaRPr>
          </a:p>
        </p:txBody>
      </p:sp>
      <p:sp>
        <p:nvSpPr>
          <p:cNvPr id="1638" name="Google Shape;1638;p41"/>
          <p:cNvSpPr txBox="1">
            <a:spLocks noGrp="1"/>
          </p:cNvSpPr>
          <p:nvPr>
            <p:ph type="subTitle" idx="3"/>
          </p:nvPr>
        </p:nvSpPr>
        <p:spPr>
          <a:xfrm>
            <a:off x="4999908" y="2048488"/>
            <a:ext cx="2340300" cy="40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 </a:t>
            </a:r>
            <a:endParaRPr dirty="0"/>
          </a:p>
        </p:txBody>
      </p:sp>
      <p:sp>
        <p:nvSpPr>
          <p:cNvPr id="3" name="Subtitle 2">
            <a:extLst>
              <a:ext uri="{FF2B5EF4-FFF2-40B4-BE49-F238E27FC236}">
                <a16:creationId xmlns:a16="http://schemas.microsoft.com/office/drawing/2014/main" id="{A0DD3766-9A65-4620-0ADB-4B649A65622B}"/>
              </a:ext>
            </a:extLst>
          </p:cNvPr>
          <p:cNvSpPr>
            <a:spLocks noGrp="1"/>
          </p:cNvSpPr>
          <p:nvPr>
            <p:ph type="subTitle" idx="4"/>
          </p:nvPr>
        </p:nvSpPr>
        <p:spPr/>
        <p:txBody>
          <a:bodyPr/>
          <a:lstStyle/>
          <a:p>
            <a:r>
              <a:rPr lang="en-US" dirty="0"/>
              <a:t> </a:t>
            </a:r>
          </a:p>
        </p:txBody>
      </p:sp>
      <p:sp>
        <p:nvSpPr>
          <p:cNvPr id="5" name="TextBox 4">
            <a:extLst>
              <a:ext uri="{FF2B5EF4-FFF2-40B4-BE49-F238E27FC236}">
                <a16:creationId xmlns:a16="http://schemas.microsoft.com/office/drawing/2014/main" id="{B5162729-7DAA-BE4D-2311-41877366EAE8}"/>
              </a:ext>
            </a:extLst>
          </p:cNvPr>
          <p:cNvSpPr txBox="1"/>
          <p:nvPr/>
        </p:nvSpPr>
        <p:spPr>
          <a:xfrm>
            <a:off x="773765" y="1956716"/>
            <a:ext cx="4743342" cy="2554545"/>
          </a:xfrm>
          <a:prstGeom prst="rect">
            <a:avLst/>
          </a:prstGeom>
          <a:noFill/>
        </p:spPr>
        <p:txBody>
          <a:bodyPr wrap="square">
            <a:spAutoFit/>
          </a:bodyPr>
          <a:lstStyle/>
          <a:p>
            <a:r>
              <a:rPr lang="en-US" sz="1600" dirty="0">
                <a:solidFill>
                  <a:schemeClr val="tx1"/>
                </a:solidFill>
                <a:latin typeface="Söhne"/>
              </a:rPr>
              <a:t>-</a:t>
            </a:r>
            <a:r>
              <a:rPr lang="vi-VN" sz="2000" b="0" i="0" dirty="0">
                <a:solidFill>
                  <a:schemeClr val="tx1"/>
                </a:solidFill>
                <a:effectLst/>
                <a:latin typeface="Söhne"/>
              </a:rPr>
              <a:t>Ứng dụng WorkWise của chúng ta sử dụng mô hình Non-Linear Regression để dự đoán hiệu suất người d</a:t>
            </a:r>
            <a:r>
              <a:rPr lang="en-US" sz="2000" dirty="0">
                <a:solidFill>
                  <a:schemeClr val="tx1"/>
                </a:solidFill>
                <a:latin typeface="Söhne"/>
              </a:rPr>
              <a:t>ù</a:t>
            </a:r>
            <a:r>
              <a:rPr lang="vi-VN" sz="2000" b="0" i="0" dirty="0">
                <a:solidFill>
                  <a:schemeClr val="tx1"/>
                </a:solidFill>
                <a:effectLst/>
                <a:latin typeface="Söhne"/>
              </a:rPr>
              <a:t>ng</a:t>
            </a:r>
            <a:r>
              <a:rPr lang="en-US" sz="2000" b="0" i="0" dirty="0">
                <a:solidFill>
                  <a:schemeClr val="tx1"/>
                </a:solidFill>
                <a:effectLst/>
                <a:latin typeface="Söhne"/>
              </a:rPr>
              <a:t>.</a:t>
            </a:r>
            <a:r>
              <a:rPr lang="vi-VN" sz="2000" b="0" i="0" dirty="0">
                <a:solidFill>
                  <a:schemeClr val="tx1"/>
                </a:solidFill>
                <a:effectLst/>
                <a:latin typeface="Söhne"/>
              </a:rPr>
              <a:t> Sử dụng mô hình Non-Linear Regression cho phép chúng ta nắm bắt được những yếu tố ẩn không tuyến tính ảnh hưởng đến hiệu suất, điều này làm tăng tính khả thi và độ chính xác của ứng dụng.</a:t>
            </a:r>
            <a:endParaRPr lang="en-US" sz="1600" dirty="0">
              <a:solidFill>
                <a:schemeClr val="tx1"/>
              </a:solidFill>
            </a:endParaRPr>
          </a:p>
        </p:txBody>
      </p:sp>
      <p:sp>
        <p:nvSpPr>
          <p:cNvPr id="6" name="Google Shape;2996;p55">
            <a:extLst>
              <a:ext uri="{FF2B5EF4-FFF2-40B4-BE49-F238E27FC236}">
                <a16:creationId xmlns:a16="http://schemas.microsoft.com/office/drawing/2014/main" id="{45372B83-B3CB-E1A7-8967-5E477DE97FA0}"/>
              </a:ext>
            </a:extLst>
          </p:cNvPr>
          <p:cNvSpPr/>
          <p:nvPr/>
        </p:nvSpPr>
        <p:spPr>
          <a:xfrm>
            <a:off x="6537645" y="610879"/>
            <a:ext cx="2088884" cy="3680750"/>
          </a:xfrm>
          <a:prstGeom prst="roundRect">
            <a:avLst>
              <a:gd name="adj" fmla="val 6295"/>
            </a:avLst>
          </a:prstGeom>
          <a:solidFill>
            <a:schemeClr val="accent3"/>
          </a:solidFill>
          <a:ln w="1905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tx1"/>
              </a:solidFill>
            </a:endParaRPr>
          </a:p>
        </p:txBody>
      </p:sp>
      <p:grpSp>
        <p:nvGrpSpPr>
          <p:cNvPr id="8" name="Google Shape;2998;p55">
            <a:extLst>
              <a:ext uri="{FF2B5EF4-FFF2-40B4-BE49-F238E27FC236}">
                <a16:creationId xmlns:a16="http://schemas.microsoft.com/office/drawing/2014/main" id="{ABB085F7-AA38-F714-1AB0-5A259262259E}"/>
              </a:ext>
            </a:extLst>
          </p:cNvPr>
          <p:cNvGrpSpPr/>
          <p:nvPr/>
        </p:nvGrpSpPr>
        <p:grpSpPr>
          <a:xfrm>
            <a:off x="6691025" y="653281"/>
            <a:ext cx="1823101" cy="3557588"/>
            <a:chOff x="2524446" y="633821"/>
            <a:chExt cx="1848539" cy="3827596"/>
          </a:xfrm>
        </p:grpSpPr>
        <p:sp>
          <p:nvSpPr>
            <p:cNvPr id="9" name="Google Shape;2999;p55">
              <a:extLst>
                <a:ext uri="{FF2B5EF4-FFF2-40B4-BE49-F238E27FC236}">
                  <a16:creationId xmlns:a16="http://schemas.microsoft.com/office/drawing/2014/main" id="{5C1599E0-3C09-B4D0-19E8-81E2F2F2B89B}"/>
                </a:ext>
              </a:extLst>
            </p:cNvPr>
            <p:cNvSpPr/>
            <p:nvPr/>
          </p:nvSpPr>
          <p:spPr>
            <a:xfrm>
              <a:off x="2524446" y="759146"/>
              <a:ext cx="1848539" cy="3402504"/>
            </a:xfrm>
            <a:custGeom>
              <a:avLst/>
              <a:gdLst/>
              <a:ahLst/>
              <a:cxnLst/>
              <a:rect l="l" t="t" r="r" b="b"/>
              <a:pathLst>
                <a:path w="32538" h="60944" extrusionOk="0">
                  <a:moveTo>
                    <a:pt x="427" y="0"/>
                  </a:moveTo>
                  <a:cubicBezTo>
                    <a:pt x="198" y="0"/>
                    <a:pt x="1" y="197"/>
                    <a:pt x="1" y="426"/>
                  </a:cubicBezTo>
                  <a:lnTo>
                    <a:pt x="1" y="60533"/>
                  </a:lnTo>
                  <a:cubicBezTo>
                    <a:pt x="1" y="60763"/>
                    <a:pt x="198" y="60943"/>
                    <a:pt x="427" y="60943"/>
                  </a:cubicBezTo>
                  <a:lnTo>
                    <a:pt x="32128" y="60943"/>
                  </a:lnTo>
                  <a:cubicBezTo>
                    <a:pt x="32357" y="60943"/>
                    <a:pt x="32538" y="60763"/>
                    <a:pt x="32538" y="60533"/>
                  </a:cubicBezTo>
                  <a:lnTo>
                    <a:pt x="32538" y="426"/>
                  </a:lnTo>
                  <a:cubicBezTo>
                    <a:pt x="32538" y="197"/>
                    <a:pt x="32357" y="0"/>
                    <a:pt x="32128" y="0"/>
                  </a:cubicBezTo>
                  <a:close/>
                </a:path>
              </a:pathLst>
            </a:custGeom>
            <a:solidFill>
              <a:schemeClr val="accent1"/>
            </a:solidFill>
            <a:ln>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 name="Google Shape;3000;p55">
              <a:extLst>
                <a:ext uri="{FF2B5EF4-FFF2-40B4-BE49-F238E27FC236}">
                  <a16:creationId xmlns:a16="http://schemas.microsoft.com/office/drawing/2014/main" id="{58F5A7BC-24C1-FA06-D88D-5CDEE1DACC51}"/>
                </a:ext>
              </a:extLst>
            </p:cNvPr>
            <p:cNvSpPr/>
            <p:nvPr/>
          </p:nvSpPr>
          <p:spPr>
            <a:xfrm>
              <a:off x="3322396" y="4267278"/>
              <a:ext cx="225892" cy="194139"/>
            </a:xfrm>
            <a:custGeom>
              <a:avLst/>
              <a:gdLst/>
              <a:ahLst/>
              <a:cxnLst/>
              <a:rect l="l" t="t" r="r" b="b"/>
              <a:pathLst>
                <a:path w="3870" h="3326" extrusionOk="0">
                  <a:moveTo>
                    <a:pt x="2214" y="358"/>
                  </a:moveTo>
                  <a:lnTo>
                    <a:pt x="2214" y="375"/>
                  </a:lnTo>
                  <a:cubicBezTo>
                    <a:pt x="2935" y="375"/>
                    <a:pt x="3509" y="948"/>
                    <a:pt x="3525" y="1670"/>
                  </a:cubicBezTo>
                  <a:cubicBezTo>
                    <a:pt x="3525" y="2456"/>
                    <a:pt x="2882" y="2973"/>
                    <a:pt x="2212" y="2973"/>
                  </a:cubicBezTo>
                  <a:cubicBezTo>
                    <a:pt x="1890" y="2973"/>
                    <a:pt x="1562" y="2853"/>
                    <a:pt x="1296" y="2587"/>
                  </a:cubicBezTo>
                  <a:cubicBezTo>
                    <a:pt x="476" y="1768"/>
                    <a:pt x="1066" y="358"/>
                    <a:pt x="2214" y="358"/>
                  </a:cubicBezTo>
                  <a:close/>
                  <a:moveTo>
                    <a:pt x="2197" y="1"/>
                  </a:moveTo>
                  <a:cubicBezTo>
                    <a:pt x="1793" y="1"/>
                    <a:pt x="1383" y="152"/>
                    <a:pt x="1050" y="489"/>
                  </a:cubicBezTo>
                  <a:cubicBezTo>
                    <a:pt x="1" y="1538"/>
                    <a:pt x="739" y="3325"/>
                    <a:pt x="2214" y="3325"/>
                  </a:cubicBezTo>
                  <a:cubicBezTo>
                    <a:pt x="3132" y="3325"/>
                    <a:pt x="3869" y="2587"/>
                    <a:pt x="3869" y="1670"/>
                  </a:cubicBezTo>
                  <a:cubicBezTo>
                    <a:pt x="3869" y="669"/>
                    <a:pt x="3048" y="1"/>
                    <a:pt x="2197" y="1"/>
                  </a:cubicBezTo>
                  <a:close/>
                </a:path>
              </a:pathLst>
            </a:custGeom>
            <a:solidFill>
              <a:schemeClr val="accent1"/>
            </a:solidFill>
            <a:ln>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001;p55">
              <a:extLst>
                <a:ext uri="{FF2B5EF4-FFF2-40B4-BE49-F238E27FC236}">
                  <a16:creationId xmlns:a16="http://schemas.microsoft.com/office/drawing/2014/main" id="{D4C5ACEC-5EFF-EFBC-D4B4-06A43E8AC269}"/>
                </a:ext>
              </a:extLst>
            </p:cNvPr>
            <p:cNvSpPr/>
            <p:nvPr/>
          </p:nvSpPr>
          <p:spPr>
            <a:xfrm>
              <a:off x="2778972" y="4354191"/>
              <a:ext cx="193321" cy="21072"/>
            </a:xfrm>
            <a:custGeom>
              <a:avLst/>
              <a:gdLst/>
              <a:ahLst/>
              <a:cxnLst/>
              <a:rect l="l" t="t" r="r" b="b"/>
              <a:pathLst>
                <a:path w="3312" h="361" extrusionOk="0">
                  <a:moveTo>
                    <a:pt x="1" y="0"/>
                  </a:moveTo>
                  <a:lnTo>
                    <a:pt x="1" y="361"/>
                  </a:lnTo>
                  <a:lnTo>
                    <a:pt x="3312" y="361"/>
                  </a:lnTo>
                  <a:lnTo>
                    <a:pt x="3312" y="0"/>
                  </a:lnTo>
                  <a:close/>
                </a:path>
              </a:pathLst>
            </a:custGeom>
            <a:solidFill>
              <a:schemeClr val="accent1"/>
            </a:solidFill>
            <a:ln>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002;p55">
              <a:extLst>
                <a:ext uri="{FF2B5EF4-FFF2-40B4-BE49-F238E27FC236}">
                  <a16:creationId xmlns:a16="http://schemas.microsoft.com/office/drawing/2014/main" id="{5CD92364-D052-E8D9-0E03-CE601DBE32F5}"/>
                </a:ext>
              </a:extLst>
            </p:cNvPr>
            <p:cNvSpPr/>
            <p:nvPr/>
          </p:nvSpPr>
          <p:spPr>
            <a:xfrm>
              <a:off x="3929970" y="4307320"/>
              <a:ext cx="141664" cy="113880"/>
            </a:xfrm>
            <a:custGeom>
              <a:avLst/>
              <a:gdLst/>
              <a:ahLst/>
              <a:cxnLst/>
              <a:rect l="l" t="t" r="r" b="b"/>
              <a:pathLst>
                <a:path w="2427" h="1951" extrusionOk="0">
                  <a:moveTo>
                    <a:pt x="2328" y="0"/>
                  </a:moveTo>
                  <a:lnTo>
                    <a:pt x="328" y="656"/>
                  </a:lnTo>
                  <a:cubicBezTo>
                    <a:pt x="148" y="688"/>
                    <a:pt x="0" y="836"/>
                    <a:pt x="0" y="1033"/>
                  </a:cubicBezTo>
                  <a:cubicBezTo>
                    <a:pt x="0" y="1197"/>
                    <a:pt x="132" y="1328"/>
                    <a:pt x="361" y="1393"/>
                  </a:cubicBezTo>
                  <a:lnTo>
                    <a:pt x="2328" y="1951"/>
                  </a:lnTo>
                  <a:lnTo>
                    <a:pt x="2426" y="1606"/>
                  </a:lnTo>
                  <a:lnTo>
                    <a:pt x="459" y="1049"/>
                  </a:lnTo>
                  <a:cubicBezTo>
                    <a:pt x="427" y="1049"/>
                    <a:pt x="394" y="1033"/>
                    <a:pt x="377" y="1016"/>
                  </a:cubicBezTo>
                  <a:lnTo>
                    <a:pt x="427" y="1000"/>
                  </a:lnTo>
                  <a:lnTo>
                    <a:pt x="2426" y="344"/>
                  </a:lnTo>
                  <a:lnTo>
                    <a:pt x="2328" y="0"/>
                  </a:lnTo>
                  <a:close/>
                </a:path>
              </a:pathLst>
            </a:custGeom>
            <a:solidFill>
              <a:schemeClr val="accent1"/>
            </a:solidFill>
            <a:ln>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3003;p55">
              <a:extLst>
                <a:ext uri="{FF2B5EF4-FFF2-40B4-BE49-F238E27FC236}">
                  <a16:creationId xmlns:a16="http://schemas.microsoft.com/office/drawing/2014/main" id="{EDA4F7AD-F48C-DCA4-4F3D-B1934D96043B}"/>
                </a:ext>
              </a:extLst>
            </p:cNvPr>
            <p:cNvSpPr/>
            <p:nvPr/>
          </p:nvSpPr>
          <p:spPr>
            <a:xfrm>
              <a:off x="3157394" y="633821"/>
              <a:ext cx="555916" cy="33504"/>
            </a:xfrm>
            <a:custGeom>
              <a:avLst/>
              <a:gdLst/>
              <a:ahLst/>
              <a:cxnLst/>
              <a:rect l="l" t="t" r="r" b="b"/>
              <a:pathLst>
                <a:path w="9524" h="574" extrusionOk="0">
                  <a:moveTo>
                    <a:pt x="164" y="0"/>
                  </a:moveTo>
                  <a:cubicBezTo>
                    <a:pt x="82" y="0"/>
                    <a:pt x="0" y="82"/>
                    <a:pt x="0" y="164"/>
                  </a:cubicBezTo>
                  <a:lnTo>
                    <a:pt x="0" y="410"/>
                  </a:lnTo>
                  <a:cubicBezTo>
                    <a:pt x="0" y="492"/>
                    <a:pt x="82" y="574"/>
                    <a:pt x="164" y="574"/>
                  </a:cubicBezTo>
                  <a:lnTo>
                    <a:pt x="9359" y="574"/>
                  </a:lnTo>
                  <a:cubicBezTo>
                    <a:pt x="9458" y="574"/>
                    <a:pt x="9523" y="492"/>
                    <a:pt x="9523" y="410"/>
                  </a:cubicBezTo>
                  <a:lnTo>
                    <a:pt x="9523" y="164"/>
                  </a:lnTo>
                  <a:cubicBezTo>
                    <a:pt x="9523" y="82"/>
                    <a:pt x="9458" y="0"/>
                    <a:pt x="9359" y="0"/>
                  </a:cubicBezTo>
                  <a:close/>
                </a:path>
              </a:pathLst>
            </a:custGeom>
            <a:solidFill>
              <a:schemeClr val="accent1"/>
            </a:solidFill>
            <a:ln>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a:extLst>
              <a:ext uri="{FF2B5EF4-FFF2-40B4-BE49-F238E27FC236}">
                <a16:creationId xmlns:a16="http://schemas.microsoft.com/office/drawing/2014/main" id="{55B6A1C2-30D4-5CCC-EC18-23ABE7C649BD}"/>
              </a:ext>
            </a:extLst>
          </p:cNvPr>
          <p:cNvPicPr>
            <a:picLocks noChangeAspect="1"/>
          </p:cNvPicPr>
          <p:nvPr/>
        </p:nvPicPr>
        <p:blipFill>
          <a:blip r:embed="rId3"/>
          <a:stretch>
            <a:fillRect/>
          </a:stretch>
        </p:blipFill>
        <p:spPr>
          <a:xfrm>
            <a:off x="6704697" y="782599"/>
            <a:ext cx="1823101" cy="3156220"/>
          </a:xfrm>
          <a:prstGeom prst="rect">
            <a:avLst/>
          </a:prstGeom>
          <a:ln>
            <a:solidFill>
              <a:schemeClr val="tx1"/>
            </a:solidFill>
          </a:ln>
        </p:spPr>
      </p:pic>
    </p:spTree>
    <p:extLst>
      <p:ext uri="{BB962C8B-B14F-4D97-AF65-F5344CB8AC3E}">
        <p14:creationId xmlns:p14="http://schemas.microsoft.com/office/powerpoint/2010/main" val="10978270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83"/>
        <p:cNvGrpSpPr/>
        <p:nvPr/>
      </p:nvGrpSpPr>
      <p:grpSpPr>
        <a:xfrm>
          <a:off x="0" y="0"/>
          <a:ext cx="0" cy="0"/>
          <a:chOff x="0" y="0"/>
          <a:chExt cx="0" cy="0"/>
        </a:xfrm>
      </p:grpSpPr>
      <p:sp>
        <p:nvSpPr>
          <p:cNvPr id="1484" name="Google Shape;1484;p38"/>
          <p:cNvSpPr txBox="1">
            <a:spLocks noGrp="1"/>
          </p:cNvSpPr>
          <p:nvPr>
            <p:ph type="title" idx="2"/>
          </p:nvPr>
        </p:nvSpPr>
        <p:spPr>
          <a:xfrm>
            <a:off x="720000" y="1025725"/>
            <a:ext cx="1702500" cy="9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04</a:t>
            </a:r>
            <a:endParaRPr dirty="0"/>
          </a:p>
        </p:txBody>
      </p:sp>
      <p:sp>
        <p:nvSpPr>
          <p:cNvPr id="1485" name="Google Shape;1485;p38"/>
          <p:cNvSpPr txBox="1">
            <a:spLocks noGrp="1"/>
          </p:cNvSpPr>
          <p:nvPr>
            <p:ph type="subTitle" idx="1"/>
          </p:nvPr>
        </p:nvSpPr>
        <p:spPr>
          <a:xfrm>
            <a:off x="720000" y="3252375"/>
            <a:ext cx="5598000" cy="457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a:t>
            </a:r>
            <a:endParaRPr dirty="0"/>
          </a:p>
        </p:txBody>
      </p:sp>
      <p:grpSp>
        <p:nvGrpSpPr>
          <p:cNvPr id="1486" name="Google Shape;1486;p38"/>
          <p:cNvGrpSpPr/>
          <p:nvPr/>
        </p:nvGrpSpPr>
        <p:grpSpPr>
          <a:xfrm>
            <a:off x="-374387" y="3354325"/>
            <a:ext cx="3922590" cy="2969900"/>
            <a:chOff x="-374387" y="3354325"/>
            <a:chExt cx="3922590" cy="2969900"/>
          </a:xfrm>
        </p:grpSpPr>
        <p:pic>
          <p:nvPicPr>
            <p:cNvPr id="1487" name="Google Shape;1487;p38"/>
            <p:cNvPicPr preferRelativeResize="0"/>
            <p:nvPr/>
          </p:nvPicPr>
          <p:blipFill rotWithShape="1">
            <a:blip r:embed="rId3">
              <a:alphaModFix/>
            </a:blip>
            <a:srcRect l="16960" t="24718" r="7121" b="26177"/>
            <a:stretch/>
          </p:blipFill>
          <p:spPr>
            <a:xfrm>
              <a:off x="-374387" y="3354325"/>
              <a:ext cx="3891276" cy="2969900"/>
            </a:xfrm>
            <a:prstGeom prst="rect">
              <a:avLst/>
            </a:prstGeom>
            <a:noFill/>
            <a:ln>
              <a:noFill/>
            </a:ln>
          </p:spPr>
        </p:pic>
        <p:grpSp>
          <p:nvGrpSpPr>
            <p:cNvPr id="1488" name="Google Shape;1488;p38"/>
            <p:cNvGrpSpPr/>
            <p:nvPr/>
          </p:nvGrpSpPr>
          <p:grpSpPr>
            <a:xfrm>
              <a:off x="1853583" y="4445557"/>
              <a:ext cx="1694620" cy="1360169"/>
              <a:chOff x="7945225" y="4302000"/>
              <a:chExt cx="904666" cy="726121"/>
            </a:xfrm>
          </p:grpSpPr>
          <p:sp>
            <p:nvSpPr>
              <p:cNvPr id="1489" name="Google Shape;1489;p38"/>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8"/>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38"/>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492" name="Google Shape;1492;p38"/>
          <p:cNvSpPr txBox="1">
            <a:spLocks noGrp="1"/>
          </p:cNvSpPr>
          <p:nvPr>
            <p:ph type="title"/>
          </p:nvPr>
        </p:nvSpPr>
        <p:spPr>
          <a:xfrm>
            <a:off x="720000" y="2079325"/>
            <a:ext cx="5955594"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err="1"/>
              <a:t>Kết</a:t>
            </a:r>
            <a:r>
              <a:rPr lang="en-US" dirty="0"/>
              <a:t> </a:t>
            </a:r>
            <a:r>
              <a:rPr lang="en-US" dirty="0" err="1"/>
              <a:t>Luận</a:t>
            </a:r>
            <a:endParaRPr dirty="0"/>
          </a:p>
        </p:txBody>
      </p:sp>
      <p:grpSp>
        <p:nvGrpSpPr>
          <p:cNvPr id="1493" name="Google Shape;1493;p38"/>
          <p:cNvGrpSpPr/>
          <p:nvPr/>
        </p:nvGrpSpPr>
        <p:grpSpPr>
          <a:xfrm>
            <a:off x="6487513" y="-1301175"/>
            <a:ext cx="4268216" cy="6666030"/>
            <a:chOff x="6128138" y="-1301175"/>
            <a:chExt cx="4268216" cy="6666030"/>
          </a:xfrm>
        </p:grpSpPr>
        <p:sp>
          <p:nvSpPr>
            <p:cNvPr id="1494" name="Google Shape;1494;p38"/>
            <p:cNvSpPr/>
            <p:nvPr/>
          </p:nvSpPr>
          <p:spPr>
            <a:xfrm>
              <a:off x="6368175" y="103161"/>
              <a:ext cx="4006263" cy="4749291"/>
            </a:xfrm>
            <a:custGeom>
              <a:avLst/>
              <a:gdLst/>
              <a:ahLst/>
              <a:cxnLst/>
              <a:rect l="l" t="t" r="r" b="b"/>
              <a:pathLst>
                <a:path w="97678" h="115794" extrusionOk="0">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8"/>
            <p:cNvSpPr/>
            <p:nvPr/>
          </p:nvSpPr>
          <p:spPr>
            <a:xfrm>
              <a:off x="6711143" y="81300"/>
              <a:ext cx="2925190" cy="3057668"/>
            </a:xfrm>
            <a:custGeom>
              <a:avLst/>
              <a:gdLst/>
              <a:ahLst/>
              <a:cxnLst/>
              <a:rect l="l" t="t" r="r" b="b"/>
              <a:pathLst>
                <a:path w="71320" h="74550" extrusionOk="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38"/>
            <p:cNvSpPr/>
            <p:nvPr/>
          </p:nvSpPr>
          <p:spPr>
            <a:xfrm>
              <a:off x="7243039" y="2456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38"/>
            <p:cNvSpPr/>
            <p:nvPr/>
          </p:nvSpPr>
          <p:spPr>
            <a:xfrm>
              <a:off x="6875804" y="622450"/>
              <a:ext cx="1860443" cy="4595326"/>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8"/>
            <p:cNvSpPr/>
            <p:nvPr/>
          </p:nvSpPr>
          <p:spPr>
            <a:xfrm>
              <a:off x="6573850" y="621225"/>
              <a:ext cx="1860443" cy="4595326"/>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99" name="Google Shape;1499;p38"/>
            <p:cNvPicPr preferRelativeResize="0"/>
            <p:nvPr/>
          </p:nvPicPr>
          <p:blipFill rotWithShape="1">
            <a:blip r:embed="rId3">
              <a:alphaModFix/>
            </a:blip>
            <a:srcRect l="16960" t="24718" r="7121" b="26177"/>
            <a:stretch/>
          </p:blipFill>
          <p:spPr>
            <a:xfrm>
              <a:off x="6128138" y="-1301175"/>
              <a:ext cx="4198516" cy="3204401"/>
            </a:xfrm>
            <a:prstGeom prst="rect">
              <a:avLst/>
            </a:prstGeom>
            <a:noFill/>
            <a:ln>
              <a:noFill/>
            </a:ln>
          </p:spPr>
        </p:pic>
        <p:grpSp>
          <p:nvGrpSpPr>
            <p:cNvPr id="1500" name="Google Shape;1500;p38"/>
            <p:cNvGrpSpPr/>
            <p:nvPr/>
          </p:nvGrpSpPr>
          <p:grpSpPr>
            <a:xfrm rot="5400000">
              <a:off x="7873341" y="4254316"/>
              <a:ext cx="708100" cy="708500"/>
              <a:chOff x="3678700" y="407275"/>
              <a:chExt cx="708100" cy="708500"/>
            </a:xfrm>
          </p:grpSpPr>
          <p:sp>
            <p:nvSpPr>
              <p:cNvPr id="1501" name="Google Shape;1501;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8" name="Google Shape;1508;p38"/>
            <p:cNvGrpSpPr/>
            <p:nvPr/>
          </p:nvGrpSpPr>
          <p:grpSpPr>
            <a:xfrm rot="5400000">
              <a:off x="8639847" y="3354200"/>
              <a:ext cx="457787" cy="458045"/>
              <a:chOff x="3678700" y="407275"/>
              <a:chExt cx="708100" cy="708500"/>
            </a:xfrm>
          </p:grpSpPr>
          <p:sp>
            <p:nvSpPr>
              <p:cNvPr id="1509" name="Google Shape;1509;p38"/>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8"/>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8"/>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38"/>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38"/>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38"/>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38"/>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6" name="Google Shape;1516;p38"/>
            <p:cNvGrpSpPr/>
            <p:nvPr/>
          </p:nvGrpSpPr>
          <p:grpSpPr>
            <a:xfrm>
              <a:off x="7787267" y="539497"/>
              <a:ext cx="208184" cy="208184"/>
              <a:chOff x="8356813" y="1074288"/>
              <a:chExt cx="351900" cy="351900"/>
            </a:xfrm>
          </p:grpSpPr>
          <p:sp>
            <p:nvSpPr>
              <p:cNvPr id="1517" name="Google Shape;1517;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19" name="Google Shape;1519;p38"/>
            <p:cNvGrpSpPr/>
            <p:nvPr/>
          </p:nvGrpSpPr>
          <p:grpSpPr>
            <a:xfrm>
              <a:off x="7194842" y="2467660"/>
              <a:ext cx="208184" cy="208184"/>
              <a:chOff x="8356813" y="1074288"/>
              <a:chExt cx="351900" cy="351900"/>
            </a:xfrm>
          </p:grpSpPr>
          <p:sp>
            <p:nvSpPr>
              <p:cNvPr id="1520" name="Google Shape;1520;p38"/>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22" name="Google Shape;1522;p38"/>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3" name="Google Shape;1523;p38"/>
          <p:cNvGrpSpPr/>
          <p:nvPr/>
        </p:nvGrpSpPr>
        <p:grpSpPr>
          <a:xfrm>
            <a:off x="796100" y="3019701"/>
            <a:ext cx="4558967" cy="134100"/>
            <a:chOff x="796100" y="3019701"/>
            <a:chExt cx="4558967" cy="134100"/>
          </a:xfrm>
        </p:grpSpPr>
        <p:sp>
          <p:nvSpPr>
            <p:cNvPr id="1524" name="Google Shape;1524;p38"/>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25" name="Google Shape;1525;p38"/>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26" name="Google Shape;1526;p38"/>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8154462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30"/>
        <p:cNvGrpSpPr/>
        <p:nvPr/>
      </p:nvGrpSpPr>
      <p:grpSpPr>
        <a:xfrm>
          <a:off x="0" y="0"/>
          <a:ext cx="0" cy="0"/>
          <a:chOff x="0" y="0"/>
          <a:chExt cx="0" cy="0"/>
        </a:xfrm>
      </p:grpSpPr>
      <p:sp>
        <p:nvSpPr>
          <p:cNvPr id="1531" name="Google Shape;1531;p39"/>
          <p:cNvSpPr txBox="1">
            <a:spLocks noGrp="1"/>
          </p:cNvSpPr>
          <p:nvPr>
            <p:ph type="title"/>
          </p:nvPr>
        </p:nvSpPr>
        <p:spPr>
          <a:xfrm>
            <a:off x="618488" y="47831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Kết</a:t>
            </a:r>
            <a:r>
              <a:rPr lang="en-US" dirty="0"/>
              <a:t> </a:t>
            </a:r>
            <a:r>
              <a:rPr lang="en-US" dirty="0" err="1"/>
              <a:t>Luận</a:t>
            </a:r>
            <a:endParaRPr dirty="0"/>
          </a:p>
        </p:txBody>
      </p:sp>
      <p:sp>
        <p:nvSpPr>
          <p:cNvPr id="1532" name="Google Shape;1532;p39"/>
          <p:cNvSpPr txBox="1">
            <a:spLocks noGrp="1"/>
          </p:cNvSpPr>
          <p:nvPr>
            <p:ph type="subTitle" idx="1"/>
          </p:nvPr>
        </p:nvSpPr>
        <p:spPr>
          <a:xfrm>
            <a:off x="9781618" y="1415200"/>
            <a:ext cx="1198325" cy="183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
        <p:nvSpPr>
          <p:cNvPr id="1533" name="Google Shape;1533;p39"/>
          <p:cNvSpPr txBox="1">
            <a:spLocks noGrp="1"/>
          </p:cNvSpPr>
          <p:nvPr>
            <p:ph type="subTitle" idx="2"/>
          </p:nvPr>
        </p:nvSpPr>
        <p:spPr>
          <a:xfrm>
            <a:off x="1802700" y="1241978"/>
            <a:ext cx="5538600" cy="311409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i="0" dirty="0">
                <a:solidFill>
                  <a:schemeClr val="tx1"/>
                </a:solidFill>
                <a:effectLst/>
                <a:latin typeface="Söhne"/>
              </a:rPr>
              <a:t>      </a:t>
            </a:r>
            <a:r>
              <a:rPr lang="vi-VN" sz="1800" b="0" i="0" dirty="0">
                <a:solidFill>
                  <a:schemeClr val="tx1"/>
                </a:solidFill>
                <a:effectLst/>
                <a:latin typeface="Söhne"/>
              </a:rPr>
              <a:t>WorkWise không chỉ là một ứng dụng quản lý công việc thông thường, mà còn là một trợ thủ đắc lực giúp người dùng tối ưu hóa hiệu suất công việc, cân bằng cuộc sống và </a:t>
            </a:r>
            <a:r>
              <a:rPr lang="en-US" sz="1800" b="0" i="0" dirty="0" err="1">
                <a:solidFill>
                  <a:schemeClr val="tx1"/>
                </a:solidFill>
                <a:effectLst/>
                <a:latin typeface="Söhne"/>
              </a:rPr>
              <a:t>quản</a:t>
            </a:r>
            <a:r>
              <a:rPr lang="en-US" sz="1800" b="0" i="0" dirty="0">
                <a:solidFill>
                  <a:schemeClr val="tx1"/>
                </a:solidFill>
                <a:effectLst/>
                <a:latin typeface="Söhne"/>
              </a:rPr>
              <a:t> </a:t>
            </a:r>
            <a:r>
              <a:rPr lang="en-US" sz="1800" b="0" i="0" dirty="0" err="1">
                <a:solidFill>
                  <a:schemeClr val="tx1"/>
                </a:solidFill>
                <a:effectLst/>
                <a:latin typeface="Söhne"/>
              </a:rPr>
              <a:t>lý</a:t>
            </a:r>
            <a:r>
              <a:rPr lang="en-US" sz="1800" b="0" i="0" dirty="0">
                <a:solidFill>
                  <a:schemeClr val="tx1"/>
                </a:solidFill>
                <a:effectLst/>
                <a:latin typeface="Söhne"/>
              </a:rPr>
              <a:t> </a:t>
            </a:r>
            <a:r>
              <a:rPr lang="vi-VN" sz="1800" b="0" i="0" dirty="0">
                <a:solidFill>
                  <a:schemeClr val="tx1"/>
                </a:solidFill>
                <a:effectLst/>
                <a:latin typeface="Söhne"/>
              </a:rPr>
              <a:t>thời gian trọn vẹn. Với sự kết hợp hoàn hảo giữa các tiêu chí Hiệu quả, Đơn giản, Mượt mà và Tiện lợi, WorkWise hứa hẹn trở thành người bạn đồng hành đáng tin cậy của mọi người trong công việc và cuộc sống hàng ngày.</a:t>
            </a:r>
            <a:endParaRPr dirty="0">
              <a:solidFill>
                <a:schemeClr val="tx1"/>
              </a:solidFill>
            </a:endParaRPr>
          </a:p>
        </p:txBody>
      </p:sp>
      <p:grpSp>
        <p:nvGrpSpPr>
          <p:cNvPr id="1534" name="Google Shape;1534;p39"/>
          <p:cNvGrpSpPr/>
          <p:nvPr/>
        </p:nvGrpSpPr>
        <p:grpSpPr>
          <a:xfrm>
            <a:off x="-123925" y="4132283"/>
            <a:ext cx="4558967" cy="1141122"/>
            <a:chOff x="-123925" y="4132283"/>
            <a:chExt cx="4558967" cy="1141122"/>
          </a:xfrm>
        </p:grpSpPr>
        <p:grpSp>
          <p:nvGrpSpPr>
            <p:cNvPr id="1535" name="Google Shape;1535;p39"/>
            <p:cNvGrpSpPr/>
            <p:nvPr/>
          </p:nvGrpSpPr>
          <p:grpSpPr>
            <a:xfrm>
              <a:off x="-2" y="4132283"/>
              <a:ext cx="2308406" cy="1141122"/>
              <a:chOff x="-2" y="4132283"/>
              <a:chExt cx="2308406" cy="1141122"/>
            </a:xfrm>
          </p:grpSpPr>
          <p:sp>
            <p:nvSpPr>
              <p:cNvPr id="1536" name="Google Shape;1536;p39"/>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9"/>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8" name="Google Shape;1538;p39"/>
            <p:cNvGrpSpPr/>
            <p:nvPr/>
          </p:nvGrpSpPr>
          <p:grpSpPr>
            <a:xfrm>
              <a:off x="-123925" y="4386226"/>
              <a:ext cx="4558967" cy="134100"/>
              <a:chOff x="796100" y="3019701"/>
              <a:chExt cx="4558967" cy="134100"/>
            </a:xfrm>
          </p:grpSpPr>
          <p:sp>
            <p:nvSpPr>
              <p:cNvPr id="1539" name="Google Shape;1539;p3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40" name="Google Shape;1540;p3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1" name="Google Shape;1541;p3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14107650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30"/>
        <p:cNvGrpSpPr/>
        <p:nvPr/>
      </p:nvGrpSpPr>
      <p:grpSpPr>
        <a:xfrm>
          <a:off x="0" y="0"/>
          <a:ext cx="0" cy="0"/>
          <a:chOff x="0" y="0"/>
          <a:chExt cx="0" cy="0"/>
        </a:xfrm>
      </p:grpSpPr>
      <p:sp>
        <p:nvSpPr>
          <p:cNvPr id="1531" name="Google Shape;1531;p39"/>
          <p:cNvSpPr txBox="1">
            <a:spLocks noGrp="1"/>
          </p:cNvSpPr>
          <p:nvPr>
            <p:ph type="title"/>
          </p:nvPr>
        </p:nvSpPr>
        <p:spPr>
          <a:xfrm>
            <a:off x="618488" y="47831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 </a:t>
            </a:r>
            <a:endParaRPr dirty="0"/>
          </a:p>
        </p:txBody>
      </p:sp>
      <p:sp>
        <p:nvSpPr>
          <p:cNvPr id="1532" name="Google Shape;1532;p39"/>
          <p:cNvSpPr txBox="1">
            <a:spLocks noGrp="1"/>
          </p:cNvSpPr>
          <p:nvPr>
            <p:ph type="subTitle" idx="1"/>
          </p:nvPr>
        </p:nvSpPr>
        <p:spPr>
          <a:xfrm>
            <a:off x="9781618" y="1415200"/>
            <a:ext cx="1198325" cy="183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
        <p:nvSpPr>
          <p:cNvPr id="1533" name="Google Shape;1533;p39"/>
          <p:cNvSpPr txBox="1">
            <a:spLocks noGrp="1"/>
          </p:cNvSpPr>
          <p:nvPr>
            <p:ph type="subTitle" idx="2"/>
          </p:nvPr>
        </p:nvSpPr>
        <p:spPr>
          <a:xfrm>
            <a:off x="1802700" y="1241978"/>
            <a:ext cx="5538600" cy="311409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4000" dirty="0">
                <a:solidFill>
                  <a:schemeClr val="tx1"/>
                </a:solidFill>
              </a:rPr>
              <a:t> </a:t>
            </a:r>
            <a:endParaRPr sz="4000" dirty="0">
              <a:solidFill>
                <a:schemeClr val="tx1"/>
              </a:solidFill>
            </a:endParaRPr>
          </a:p>
        </p:txBody>
      </p:sp>
      <p:grpSp>
        <p:nvGrpSpPr>
          <p:cNvPr id="1534" name="Google Shape;1534;p39"/>
          <p:cNvGrpSpPr/>
          <p:nvPr/>
        </p:nvGrpSpPr>
        <p:grpSpPr>
          <a:xfrm>
            <a:off x="-351704" y="4118506"/>
            <a:ext cx="4558967" cy="1141122"/>
            <a:chOff x="-123925" y="4132283"/>
            <a:chExt cx="4558967" cy="1141122"/>
          </a:xfrm>
        </p:grpSpPr>
        <p:grpSp>
          <p:nvGrpSpPr>
            <p:cNvPr id="1535" name="Google Shape;1535;p39"/>
            <p:cNvGrpSpPr/>
            <p:nvPr/>
          </p:nvGrpSpPr>
          <p:grpSpPr>
            <a:xfrm>
              <a:off x="-2" y="4132283"/>
              <a:ext cx="2308406" cy="1141122"/>
              <a:chOff x="-2" y="4132283"/>
              <a:chExt cx="2308406" cy="1141122"/>
            </a:xfrm>
          </p:grpSpPr>
          <p:sp>
            <p:nvSpPr>
              <p:cNvPr id="1536" name="Google Shape;1536;p39"/>
              <p:cNvSpPr/>
              <p:nvPr/>
            </p:nvSpPr>
            <p:spPr>
              <a:xfrm rot="5400000">
                <a:off x="663005" y="362862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9"/>
              <p:cNvSpPr/>
              <p:nvPr/>
            </p:nvSpPr>
            <p:spPr>
              <a:xfrm rot="5400000">
                <a:off x="663620" y="3469276"/>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8" name="Google Shape;1538;p39"/>
            <p:cNvGrpSpPr/>
            <p:nvPr/>
          </p:nvGrpSpPr>
          <p:grpSpPr>
            <a:xfrm>
              <a:off x="-123925" y="4386226"/>
              <a:ext cx="4558967" cy="134100"/>
              <a:chOff x="796100" y="3019701"/>
              <a:chExt cx="4558967" cy="134100"/>
            </a:xfrm>
          </p:grpSpPr>
          <p:sp>
            <p:nvSpPr>
              <p:cNvPr id="1539" name="Google Shape;1539;p39"/>
              <p:cNvSpPr/>
              <p:nvPr/>
            </p:nvSpPr>
            <p:spPr>
              <a:xfrm>
                <a:off x="5220967" y="3019701"/>
                <a:ext cx="134100" cy="1341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40" name="Google Shape;1540;p39"/>
              <p:cNvCxnSpPr/>
              <p:nvPr/>
            </p:nvCxnSpPr>
            <p:spPr>
              <a:xfrm>
                <a:off x="796100" y="3086750"/>
                <a:ext cx="4462800" cy="0"/>
              </a:xfrm>
              <a:prstGeom prst="straightConnector1">
                <a:avLst/>
              </a:prstGeom>
              <a:noFill/>
              <a:ln w="9525" cap="flat" cmpd="sng">
                <a:solidFill>
                  <a:schemeClr val="dk2"/>
                </a:solidFill>
                <a:prstDash val="solid"/>
                <a:round/>
                <a:headEnd type="none" w="med" len="med"/>
                <a:tailEnd type="none" w="med" len="med"/>
              </a:ln>
            </p:spPr>
          </p:cxnSp>
          <p:sp>
            <p:nvSpPr>
              <p:cNvPr id="1541" name="Google Shape;1541;p39"/>
              <p:cNvSpPr/>
              <p:nvPr/>
            </p:nvSpPr>
            <p:spPr>
              <a:xfrm>
                <a:off x="5251079" y="3049843"/>
                <a:ext cx="73800" cy="738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 name="Google Shape;2412;p64">
            <a:extLst>
              <a:ext uri="{FF2B5EF4-FFF2-40B4-BE49-F238E27FC236}">
                <a16:creationId xmlns:a16="http://schemas.microsoft.com/office/drawing/2014/main" id="{F5567A9A-DA58-C3AB-8B89-FF56DEBAFCCB}"/>
              </a:ext>
            </a:extLst>
          </p:cNvPr>
          <p:cNvSpPr txBox="1">
            <a:spLocks/>
          </p:cNvSpPr>
          <p:nvPr/>
        </p:nvSpPr>
        <p:spPr>
          <a:xfrm>
            <a:off x="815064" y="1970448"/>
            <a:ext cx="7214411" cy="1058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1pPr>
            <a:lvl2pPr marR="0" lvl="1" algn="ctr"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2pPr>
            <a:lvl3pPr marR="0" lvl="2" algn="ctr"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3pPr>
            <a:lvl4pPr marR="0" lvl="3" algn="ctr"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4pPr>
            <a:lvl5pPr marR="0" lvl="4" algn="ctr"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5pPr>
            <a:lvl6pPr marR="0" lvl="5" algn="ctr"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6pPr>
            <a:lvl7pPr marR="0" lvl="6" algn="ctr"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7pPr>
            <a:lvl8pPr marR="0" lvl="7" algn="ctr"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8pPr>
            <a:lvl9pPr marR="0" lvl="8" algn="ctr"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9pPr>
          </a:lstStyle>
          <a:p>
            <a:pPr algn="l"/>
            <a:r>
              <a:rPr lang="vi-VN" sz="4800" dirty="0"/>
              <a:t>Cảm Ơn Đã Lắng Nghe</a:t>
            </a:r>
          </a:p>
        </p:txBody>
      </p:sp>
      <p:sp>
        <p:nvSpPr>
          <p:cNvPr id="3" name="Google Shape;2413;p64">
            <a:extLst>
              <a:ext uri="{FF2B5EF4-FFF2-40B4-BE49-F238E27FC236}">
                <a16:creationId xmlns:a16="http://schemas.microsoft.com/office/drawing/2014/main" id="{9ECA85B9-A632-5CDB-5D1E-BEAD318CA7DB}"/>
              </a:ext>
            </a:extLst>
          </p:cNvPr>
          <p:cNvSpPr txBox="1">
            <a:spLocks/>
          </p:cNvSpPr>
          <p:nvPr/>
        </p:nvSpPr>
        <p:spPr>
          <a:xfrm>
            <a:off x="1134154" y="1992975"/>
            <a:ext cx="4448100" cy="10071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1pPr>
            <a:lvl2pPr marL="914400" marR="0" lvl="1"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9pPr>
          </a:lstStyle>
          <a:p>
            <a:pPr marL="0" indent="0"/>
            <a:r>
              <a:rPr lang="en-US"/>
              <a:t> </a:t>
            </a:r>
            <a:endParaRPr lang="en-US" dirty="0"/>
          </a:p>
        </p:txBody>
      </p:sp>
      <p:sp>
        <p:nvSpPr>
          <p:cNvPr id="4" name="Google Shape;2414;p64">
            <a:extLst>
              <a:ext uri="{FF2B5EF4-FFF2-40B4-BE49-F238E27FC236}">
                <a16:creationId xmlns:a16="http://schemas.microsoft.com/office/drawing/2014/main" id="{E5962F9B-A137-1DC9-3D1C-CDD231E21805}"/>
              </a:ext>
            </a:extLst>
          </p:cNvPr>
          <p:cNvSpPr txBox="1">
            <a:spLocks/>
          </p:cNvSpPr>
          <p:nvPr/>
        </p:nvSpPr>
        <p:spPr>
          <a:xfrm>
            <a:off x="1157250" y="1800075"/>
            <a:ext cx="4448100" cy="385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1pPr>
            <a:lvl2pPr marL="914400" marR="0" lvl="1"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2pPr>
            <a:lvl3pPr marL="1371600" marR="0" lvl="2"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3pPr>
            <a:lvl4pPr marL="1828800" marR="0" lvl="3"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4pPr>
            <a:lvl5pPr marL="2286000" marR="0" lvl="4"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5pPr>
            <a:lvl6pPr marL="2743200" marR="0" lvl="5"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6pPr>
            <a:lvl7pPr marL="3200400" marR="0" lvl="6"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7pPr>
            <a:lvl8pPr marL="3657600" marR="0" lvl="7"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8pPr>
            <a:lvl9pPr marL="4114800" marR="0" lvl="8" indent="-317500" algn="ctr" rtl="0">
              <a:lnSpc>
                <a:spcPct val="100000"/>
              </a:lnSpc>
              <a:spcBef>
                <a:spcPts val="0"/>
              </a:spcBef>
              <a:spcAft>
                <a:spcPts val="0"/>
              </a:spcAft>
              <a:buClr>
                <a:schemeClr val="dk1"/>
              </a:buClr>
              <a:buSzPts val="1400"/>
              <a:buFont typeface="Poppins"/>
              <a:buNone/>
              <a:defRPr sz="1400" b="0" i="0" u="none" strike="noStrike" cap="none">
                <a:solidFill>
                  <a:schemeClr val="dk1"/>
                </a:solidFill>
                <a:latin typeface="Poppins"/>
                <a:ea typeface="Poppins"/>
                <a:cs typeface="Poppins"/>
                <a:sym typeface="Poppins"/>
              </a:defRPr>
            </a:lvl9pPr>
          </a:lstStyle>
          <a:p>
            <a:pPr marL="0" indent="0"/>
            <a:r>
              <a:rPr lang="en-US"/>
              <a:t> </a:t>
            </a:r>
            <a:endParaRPr lang="en-US" dirty="0"/>
          </a:p>
        </p:txBody>
      </p:sp>
      <p:sp>
        <p:nvSpPr>
          <p:cNvPr id="5" name="Google Shape;2415;p64">
            <a:extLst>
              <a:ext uri="{FF2B5EF4-FFF2-40B4-BE49-F238E27FC236}">
                <a16:creationId xmlns:a16="http://schemas.microsoft.com/office/drawing/2014/main" id="{9DE94498-4C9B-0C00-920B-4B9C5F07B519}"/>
              </a:ext>
            </a:extLst>
          </p:cNvPr>
          <p:cNvSpPr txBox="1"/>
          <p:nvPr/>
        </p:nvSpPr>
        <p:spPr>
          <a:xfrm>
            <a:off x="1228208" y="4062044"/>
            <a:ext cx="4151700" cy="260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dirty="0">
                <a:solidFill>
                  <a:schemeClr val="dk1"/>
                </a:solidFill>
                <a:latin typeface="Poppins"/>
                <a:ea typeface="Poppins"/>
                <a:cs typeface="Poppins"/>
                <a:sym typeface="Poppins"/>
              </a:rPr>
              <a:t> </a:t>
            </a:r>
            <a:endParaRPr sz="1200" dirty="0">
              <a:solidFill>
                <a:schemeClr val="dk1"/>
              </a:solidFill>
              <a:latin typeface="Poppins"/>
              <a:ea typeface="Poppins"/>
              <a:cs typeface="Poppins"/>
              <a:sym typeface="Poppins"/>
            </a:endParaRPr>
          </a:p>
        </p:txBody>
      </p:sp>
      <p:grpSp>
        <p:nvGrpSpPr>
          <p:cNvPr id="6" name="Google Shape;2433;p64">
            <a:extLst>
              <a:ext uri="{FF2B5EF4-FFF2-40B4-BE49-F238E27FC236}">
                <a16:creationId xmlns:a16="http://schemas.microsoft.com/office/drawing/2014/main" id="{43257C54-EF7B-925A-04EC-A622C5CA908C}"/>
              </a:ext>
            </a:extLst>
          </p:cNvPr>
          <p:cNvGrpSpPr/>
          <p:nvPr/>
        </p:nvGrpSpPr>
        <p:grpSpPr>
          <a:xfrm rot="10800000" flipH="1">
            <a:off x="6773992" y="-1205456"/>
            <a:ext cx="4151819" cy="5527900"/>
            <a:chOff x="6309526" y="836950"/>
            <a:chExt cx="3920509" cy="5219925"/>
          </a:xfrm>
        </p:grpSpPr>
        <p:pic>
          <p:nvPicPr>
            <p:cNvPr id="7" name="Google Shape;2434;p64">
              <a:extLst>
                <a:ext uri="{FF2B5EF4-FFF2-40B4-BE49-F238E27FC236}">
                  <a16:creationId xmlns:a16="http://schemas.microsoft.com/office/drawing/2014/main" id="{4F476651-7160-6208-4843-9F352DE0F3E9}"/>
                </a:ext>
              </a:extLst>
            </p:cNvPr>
            <p:cNvPicPr preferRelativeResize="0"/>
            <p:nvPr/>
          </p:nvPicPr>
          <p:blipFill rotWithShape="1">
            <a:blip r:embed="rId3">
              <a:alphaModFix/>
            </a:blip>
            <a:srcRect l="16960" t="24718" r="7121" b="26177"/>
            <a:stretch/>
          </p:blipFill>
          <p:spPr>
            <a:xfrm>
              <a:off x="6309535" y="3064650"/>
              <a:ext cx="3920501" cy="2992224"/>
            </a:xfrm>
            <a:prstGeom prst="rect">
              <a:avLst/>
            </a:prstGeom>
            <a:noFill/>
            <a:ln>
              <a:noFill/>
            </a:ln>
          </p:spPr>
        </p:pic>
        <p:sp>
          <p:nvSpPr>
            <p:cNvPr id="8" name="Google Shape;2435;p64">
              <a:extLst>
                <a:ext uri="{FF2B5EF4-FFF2-40B4-BE49-F238E27FC236}">
                  <a16:creationId xmlns:a16="http://schemas.microsoft.com/office/drawing/2014/main" id="{375CE0FA-7E7D-C1C2-FA62-CBD638C063E3}"/>
                </a:ext>
              </a:extLst>
            </p:cNvPr>
            <p:cNvSpPr/>
            <p:nvPr/>
          </p:nvSpPr>
          <p:spPr>
            <a:xfrm rot="10800000">
              <a:off x="7535449" y="294113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436;p64">
              <a:extLst>
                <a:ext uri="{FF2B5EF4-FFF2-40B4-BE49-F238E27FC236}">
                  <a16:creationId xmlns:a16="http://schemas.microsoft.com/office/drawing/2014/main" id="{3765708E-EAA1-6DA5-7A77-AC65A858B685}"/>
                </a:ext>
              </a:extLst>
            </p:cNvPr>
            <p:cNvSpPr/>
            <p:nvPr/>
          </p:nvSpPr>
          <p:spPr>
            <a:xfrm rot="10800000">
              <a:off x="7694795" y="2941747"/>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437;p64">
              <a:extLst>
                <a:ext uri="{FF2B5EF4-FFF2-40B4-BE49-F238E27FC236}">
                  <a16:creationId xmlns:a16="http://schemas.microsoft.com/office/drawing/2014/main" id="{BBE0C110-5335-F783-B2AC-B3B57D90E1AE}"/>
                </a:ext>
              </a:extLst>
            </p:cNvPr>
            <p:cNvSpPr/>
            <p:nvPr/>
          </p:nvSpPr>
          <p:spPr>
            <a:xfrm>
              <a:off x="6309526" y="8369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2438;p64">
              <a:extLst>
                <a:ext uri="{FF2B5EF4-FFF2-40B4-BE49-F238E27FC236}">
                  <a16:creationId xmlns:a16="http://schemas.microsoft.com/office/drawing/2014/main" id="{365B2C0F-882F-EFBE-F038-D446F9AFDB12}"/>
                </a:ext>
              </a:extLst>
            </p:cNvPr>
            <p:cNvGrpSpPr/>
            <p:nvPr/>
          </p:nvGrpSpPr>
          <p:grpSpPr>
            <a:xfrm>
              <a:off x="7280400" y="3719575"/>
              <a:ext cx="582050" cy="582425"/>
              <a:chOff x="959750" y="3039275"/>
              <a:chExt cx="582050" cy="582425"/>
            </a:xfrm>
          </p:grpSpPr>
          <p:sp>
            <p:nvSpPr>
              <p:cNvPr id="31" name="Google Shape;2439;p64">
                <a:extLst>
                  <a:ext uri="{FF2B5EF4-FFF2-40B4-BE49-F238E27FC236}">
                    <a16:creationId xmlns:a16="http://schemas.microsoft.com/office/drawing/2014/main" id="{F6A0AD73-0647-7C35-0994-CDB25F06EBED}"/>
                  </a:ext>
                </a:extLst>
              </p:cNvPr>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2440;p64">
                <a:extLst>
                  <a:ext uri="{FF2B5EF4-FFF2-40B4-BE49-F238E27FC236}">
                    <a16:creationId xmlns:a16="http://schemas.microsoft.com/office/drawing/2014/main" id="{804166C5-E915-E52B-5A2D-304C5BA0E456}"/>
                  </a:ext>
                </a:extLst>
              </p:cNvPr>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441;p64">
                <a:extLst>
                  <a:ext uri="{FF2B5EF4-FFF2-40B4-BE49-F238E27FC236}">
                    <a16:creationId xmlns:a16="http://schemas.microsoft.com/office/drawing/2014/main" id="{6ECA1A1E-46FB-CAEA-1B56-43D71570E54F}"/>
                  </a:ext>
                </a:extLst>
              </p:cNvPr>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2442;p64">
                <a:extLst>
                  <a:ext uri="{FF2B5EF4-FFF2-40B4-BE49-F238E27FC236}">
                    <a16:creationId xmlns:a16="http://schemas.microsoft.com/office/drawing/2014/main" id="{07C1CB9E-FA08-DED1-3EBA-D9446C2F5559}"/>
                  </a:ext>
                </a:extLst>
              </p:cNvPr>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2443;p64">
                <a:extLst>
                  <a:ext uri="{FF2B5EF4-FFF2-40B4-BE49-F238E27FC236}">
                    <a16:creationId xmlns:a16="http://schemas.microsoft.com/office/drawing/2014/main" id="{150AD99E-F073-9B27-F5FC-44CB282F3E5E}"/>
                  </a:ext>
                </a:extLst>
              </p:cNvPr>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2444;p64">
                <a:extLst>
                  <a:ext uri="{FF2B5EF4-FFF2-40B4-BE49-F238E27FC236}">
                    <a16:creationId xmlns:a16="http://schemas.microsoft.com/office/drawing/2014/main" id="{B3A9605D-95F3-8A9D-421A-F204B9145995}"/>
                  </a:ext>
                </a:extLst>
              </p:cNvPr>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2445;p64">
                <a:extLst>
                  <a:ext uri="{FF2B5EF4-FFF2-40B4-BE49-F238E27FC236}">
                    <a16:creationId xmlns:a16="http://schemas.microsoft.com/office/drawing/2014/main" id="{FF3B1823-D400-1387-3725-9CBED3D6993A}"/>
                  </a:ext>
                </a:extLst>
              </p:cNvPr>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 name="Google Shape;2446;p64">
              <a:extLst>
                <a:ext uri="{FF2B5EF4-FFF2-40B4-BE49-F238E27FC236}">
                  <a16:creationId xmlns:a16="http://schemas.microsoft.com/office/drawing/2014/main" id="{6AE6A8FF-D82A-5686-382D-F59D44A675E8}"/>
                </a:ext>
              </a:extLst>
            </p:cNvPr>
            <p:cNvGrpSpPr/>
            <p:nvPr/>
          </p:nvGrpSpPr>
          <p:grpSpPr>
            <a:xfrm>
              <a:off x="7728436" y="3524084"/>
              <a:ext cx="134004" cy="134004"/>
              <a:chOff x="8356813" y="1074288"/>
              <a:chExt cx="351900" cy="351900"/>
            </a:xfrm>
          </p:grpSpPr>
          <p:sp>
            <p:nvSpPr>
              <p:cNvPr id="29" name="Google Shape;2447;p64">
                <a:extLst>
                  <a:ext uri="{FF2B5EF4-FFF2-40B4-BE49-F238E27FC236}">
                    <a16:creationId xmlns:a16="http://schemas.microsoft.com/office/drawing/2014/main" id="{CAEF80A0-627F-8F1C-E1FC-892344DD828B}"/>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448;p64">
                <a:extLst>
                  <a:ext uri="{FF2B5EF4-FFF2-40B4-BE49-F238E27FC236}">
                    <a16:creationId xmlns:a16="http://schemas.microsoft.com/office/drawing/2014/main" id="{83E4E8A1-E5B0-FE77-378C-2AD9B79CCB85}"/>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2449;p64">
              <a:extLst>
                <a:ext uri="{FF2B5EF4-FFF2-40B4-BE49-F238E27FC236}">
                  <a16:creationId xmlns:a16="http://schemas.microsoft.com/office/drawing/2014/main" id="{134AA2F0-9CA3-9EA6-5A6B-723CD3B79894}"/>
                </a:ext>
              </a:extLst>
            </p:cNvPr>
            <p:cNvGrpSpPr/>
            <p:nvPr/>
          </p:nvGrpSpPr>
          <p:grpSpPr>
            <a:xfrm>
              <a:off x="7344361" y="3150259"/>
              <a:ext cx="134004" cy="134004"/>
              <a:chOff x="8356813" y="1074288"/>
              <a:chExt cx="351900" cy="351900"/>
            </a:xfrm>
          </p:grpSpPr>
          <p:sp>
            <p:nvSpPr>
              <p:cNvPr id="27" name="Google Shape;2450;p64">
                <a:extLst>
                  <a:ext uri="{FF2B5EF4-FFF2-40B4-BE49-F238E27FC236}">
                    <a16:creationId xmlns:a16="http://schemas.microsoft.com/office/drawing/2014/main" id="{C7808A18-40EF-A70E-C7EA-092CA76172E3}"/>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451;p64">
                <a:extLst>
                  <a:ext uri="{FF2B5EF4-FFF2-40B4-BE49-F238E27FC236}">
                    <a16:creationId xmlns:a16="http://schemas.microsoft.com/office/drawing/2014/main" id="{0AA195EE-313C-8CE0-E86A-BEA747DCFF61}"/>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2452;p64">
              <a:extLst>
                <a:ext uri="{FF2B5EF4-FFF2-40B4-BE49-F238E27FC236}">
                  <a16:creationId xmlns:a16="http://schemas.microsoft.com/office/drawing/2014/main" id="{1B9658D8-2BA6-BB07-16B2-9D0BDEA0E550}"/>
                </a:ext>
              </a:extLst>
            </p:cNvPr>
            <p:cNvGrpSpPr/>
            <p:nvPr/>
          </p:nvGrpSpPr>
          <p:grpSpPr>
            <a:xfrm>
              <a:off x="8337811" y="2464059"/>
              <a:ext cx="134004" cy="134004"/>
              <a:chOff x="8356813" y="1074288"/>
              <a:chExt cx="351900" cy="351900"/>
            </a:xfrm>
          </p:grpSpPr>
          <p:sp>
            <p:nvSpPr>
              <p:cNvPr id="25" name="Google Shape;2453;p64">
                <a:extLst>
                  <a:ext uri="{FF2B5EF4-FFF2-40B4-BE49-F238E27FC236}">
                    <a16:creationId xmlns:a16="http://schemas.microsoft.com/office/drawing/2014/main" id="{5FF6B305-968F-32F6-DBC0-FF495F9A25D8}"/>
                  </a:ext>
                </a:extLst>
              </p:cNvPr>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454;p64">
                <a:extLst>
                  <a:ext uri="{FF2B5EF4-FFF2-40B4-BE49-F238E27FC236}">
                    <a16:creationId xmlns:a16="http://schemas.microsoft.com/office/drawing/2014/main" id="{B1742793-B918-D29B-EA26-1C61E73D3B24}"/>
                  </a:ext>
                </a:extLst>
              </p:cNvPr>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Google Shape;2455;p64">
              <a:extLst>
                <a:ext uri="{FF2B5EF4-FFF2-40B4-BE49-F238E27FC236}">
                  <a16:creationId xmlns:a16="http://schemas.microsoft.com/office/drawing/2014/main" id="{E40EABA6-2929-BDB6-39FB-10C0DAF853B4}"/>
                </a:ext>
              </a:extLst>
            </p:cNvPr>
            <p:cNvSpPr/>
            <p:nvPr/>
          </p:nvSpPr>
          <p:spPr>
            <a:xfrm>
              <a:off x="8430775" y="2842975"/>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 name="Google Shape;2456;p64">
              <a:extLst>
                <a:ext uri="{FF2B5EF4-FFF2-40B4-BE49-F238E27FC236}">
                  <a16:creationId xmlns:a16="http://schemas.microsoft.com/office/drawing/2014/main" id="{EEC8B00D-81B3-4554-FFBE-76F8E4BEED4B}"/>
                </a:ext>
              </a:extLst>
            </p:cNvPr>
            <p:cNvGrpSpPr/>
            <p:nvPr/>
          </p:nvGrpSpPr>
          <p:grpSpPr>
            <a:xfrm>
              <a:off x="8337812" y="3492483"/>
              <a:ext cx="699928" cy="1651024"/>
              <a:chOff x="8337812" y="3492483"/>
              <a:chExt cx="699928" cy="1651024"/>
            </a:xfrm>
          </p:grpSpPr>
          <p:sp>
            <p:nvSpPr>
              <p:cNvPr id="22" name="Google Shape;2457;p64">
                <a:extLst>
                  <a:ext uri="{FF2B5EF4-FFF2-40B4-BE49-F238E27FC236}">
                    <a16:creationId xmlns:a16="http://schemas.microsoft.com/office/drawing/2014/main" id="{8122F6F7-C216-91AB-BA9C-27BEA4F01F3D}"/>
                  </a:ext>
                </a:extLst>
              </p:cNvPr>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458;p64">
                <a:extLst>
                  <a:ext uri="{FF2B5EF4-FFF2-40B4-BE49-F238E27FC236}">
                    <a16:creationId xmlns:a16="http://schemas.microsoft.com/office/drawing/2014/main" id="{E9C9E633-9482-5D43-F3CE-BE7C50185213}"/>
                  </a:ext>
                </a:extLst>
              </p:cNvPr>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59;p64">
                <a:extLst>
                  <a:ext uri="{FF2B5EF4-FFF2-40B4-BE49-F238E27FC236}">
                    <a16:creationId xmlns:a16="http://schemas.microsoft.com/office/drawing/2014/main" id="{85928CE4-692E-0282-C8DB-0F6E928C5C0C}"/>
                  </a:ext>
                </a:extLst>
              </p:cNvPr>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 name="Google Shape;2460;p64">
              <a:extLst>
                <a:ext uri="{FF2B5EF4-FFF2-40B4-BE49-F238E27FC236}">
                  <a16:creationId xmlns:a16="http://schemas.microsoft.com/office/drawing/2014/main" id="{4F6189A8-2928-0EC1-C048-67196E21F92E}"/>
                </a:ext>
              </a:extLst>
            </p:cNvPr>
            <p:cNvGrpSpPr/>
            <p:nvPr/>
          </p:nvGrpSpPr>
          <p:grpSpPr>
            <a:xfrm>
              <a:off x="7945225" y="4302000"/>
              <a:ext cx="904666" cy="726121"/>
              <a:chOff x="7945225" y="4302000"/>
              <a:chExt cx="904666" cy="726121"/>
            </a:xfrm>
          </p:grpSpPr>
          <p:sp>
            <p:nvSpPr>
              <p:cNvPr id="19" name="Google Shape;2461;p64">
                <a:extLst>
                  <a:ext uri="{FF2B5EF4-FFF2-40B4-BE49-F238E27FC236}">
                    <a16:creationId xmlns:a16="http://schemas.microsoft.com/office/drawing/2014/main" id="{136CBDEF-A6CD-0EBB-C3CF-77AC346F1581}"/>
                  </a:ext>
                </a:extLst>
              </p:cNvPr>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462;p64">
                <a:extLst>
                  <a:ext uri="{FF2B5EF4-FFF2-40B4-BE49-F238E27FC236}">
                    <a16:creationId xmlns:a16="http://schemas.microsoft.com/office/drawing/2014/main" id="{21410D9F-8021-F7FF-C470-22234EEC6F9F}"/>
                  </a:ext>
                </a:extLst>
              </p:cNvPr>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463;p64">
                <a:extLst>
                  <a:ext uri="{FF2B5EF4-FFF2-40B4-BE49-F238E27FC236}">
                    <a16:creationId xmlns:a16="http://schemas.microsoft.com/office/drawing/2014/main" id="{0C463CD3-0A91-5ECE-E8E7-107AE0BC95F9}"/>
                  </a:ext>
                </a:extLst>
              </p:cNvPr>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 name="Google Shape;2464;p64">
              <a:extLst>
                <a:ext uri="{FF2B5EF4-FFF2-40B4-BE49-F238E27FC236}">
                  <a16:creationId xmlns:a16="http://schemas.microsoft.com/office/drawing/2014/main" id="{3CDAFCFF-C1AB-968E-178B-7C762E106742}"/>
                </a:ext>
              </a:extLst>
            </p:cNvPr>
            <p:cNvSpPr/>
            <p:nvPr/>
          </p:nvSpPr>
          <p:spPr>
            <a:xfrm rot="5400000">
              <a:off x="7687039" y="1023058"/>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022402942"/>
      </p:ext>
    </p:extLst>
  </p:cSld>
  <p:clrMapOvr>
    <a:masterClrMapping/>
  </p:clrMapOvr>
</p:sld>
</file>

<file path=ppt/theme/theme1.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TotalTime>
  <Words>673</Words>
  <Application>Microsoft Office PowerPoint</Application>
  <PresentationFormat>On-screen Show (16:9)</PresentationFormat>
  <Paragraphs>92</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Poppins</vt:lpstr>
      <vt:lpstr>Söhne</vt:lpstr>
      <vt:lpstr>IBM Plex Mono</vt:lpstr>
      <vt:lpstr>Arial</vt:lpstr>
      <vt:lpstr>Source Code Pro</vt:lpstr>
      <vt:lpstr>Introduction to Coding Workshop by Slidesgo</vt:lpstr>
      <vt:lpstr>Ứng Dụng Quản Lý Công Việc</vt:lpstr>
      <vt:lpstr>Nội Dung</vt:lpstr>
      <vt:lpstr>01</vt:lpstr>
      <vt:lpstr>Giới Thiệu</vt:lpstr>
      <vt:lpstr>Yếu Tố</vt:lpstr>
      <vt:lpstr>— Alan Lakein</vt:lpstr>
      <vt:lpstr>02</vt:lpstr>
      <vt:lpstr>Mục Đích Ứng Dụng</vt:lpstr>
      <vt:lpstr>Chức Năng</vt:lpstr>
      <vt:lpstr>Công Nghệ</vt:lpstr>
      <vt:lpstr>03</vt:lpstr>
      <vt:lpstr>Kế Hoạch Nghiên Cứu</vt:lpstr>
      <vt:lpstr>Sự Khác Biệt</vt:lpstr>
      <vt:lpstr>Sự Khác Biệt</vt:lpstr>
      <vt:lpstr>04</vt:lpstr>
      <vt:lpstr>Kết Luận</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Ứng Dụng Quản Lý Công Việc</dc:title>
  <cp:lastModifiedBy>Asura San</cp:lastModifiedBy>
  <cp:revision>2</cp:revision>
  <dcterms:modified xsi:type="dcterms:W3CDTF">2023-07-22T17:26:57Z</dcterms:modified>
</cp:coreProperties>
</file>